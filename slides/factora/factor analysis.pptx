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sldIdLst>
    <p:sldId id="311" r:id="rId3"/>
    <p:sldId id="287" r:id="rId4"/>
    <p:sldId id="328" r:id="rId5"/>
    <p:sldId id="316" r:id="rId6"/>
    <p:sldId id="306" r:id="rId7"/>
    <p:sldId id="307" r:id="rId8"/>
    <p:sldId id="308" r:id="rId9"/>
    <p:sldId id="289" r:id="rId10"/>
    <p:sldId id="290" r:id="rId11"/>
    <p:sldId id="292" r:id="rId12"/>
    <p:sldId id="273" r:id="rId13"/>
    <p:sldId id="274" r:id="rId14"/>
    <p:sldId id="293" r:id="rId15"/>
    <p:sldId id="329" r:id="rId16"/>
    <p:sldId id="309" r:id="rId17"/>
    <p:sldId id="310" r:id="rId18"/>
    <p:sldId id="294" r:id="rId19"/>
    <p:sldId id="276" r:id="rId20"/>
    <p:sldId id="296" r:id="rId21"/>
    <p:sldId id="278" r:id="rId22"/>
    <p:sldId id="277" r:id="rId23"/>
    <p:sldId id="279" r:id="rId24"/>
    <p:sldId id="298" r:id="rId25"/>
    <p:sldId id="280" r:id="rId26"/>
    <p:sldId id="312" r:id="rId27"/>
    <p:sldId id="313" r:id="rId28"/>
    <p:sldId id="315" r:id="rId29"/>
    <p:sldId id="300" r:id="rId30"/>
    <p:sldId id="285" r:id="rId31"/>
    <p:sldId id="302" r:id="rId32"/>
    <p:sldId id="305" r:id="rId33"/>
    <p:sldId id="304" r:id="rId34"/>
    <p:sldId id="321" r:id="rId35"/>
    <p:sldId id="282" r:id="rId36"/>
    <p:sldId id="286" r:id="rId37"/>
    <p:sldId id="326" r:id="rId38"/>
    <p:sldId id="317" r:id="rId39"/>
    <p:sldId id="320" r:id="rId40"/>
    <p:sldId id="318" r:id="rId41"/>
    <p:sldId id="319" r:id="rId42"/>
    <p:sldId id="325" r:id="rId43"/>
    <p:sldId id="322" r:id="rId44"/>
    <p:sldId id="323" r:id="rId45"/>
    <p:sldId id="32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A10E6A-74A0-4ADB-9A98-2CAB4055005B}" v="121" dt="2023-04-13T11:50:05.7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25" autoAdjust="0"/>
    <p:restoredTop sz="83818" autoAdjust="0"/>
  </p:normalViewPr>
  <p:slideViewPr>
    <p:cSldViewPr snapToGrid="0">
      <p:cViewPr varScale="1">
        <p:scale>
          <a:sx n="100" d="100"/>
          <a:sy n="100" d="100"/>
        </p:scale>
        <p:origin x="27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5/10/relationships/revisionInfo" Target="revisionInfo.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boza-Salerno, Gia" userId="9b623e98-14e8-48e8-ab26-76a41cddf137" providerId="ADAL" clId="{B0A10E6A-74A0-4ADB-9A98-2CAB4055005B}"/>
    <pc:docChg chg="undo redo custSel addSld delSld modSld sldOrd">
      <pc:chgData name="Barboza-Salerno, Gia" userId="9b623e98-14e8-48e8-ab26-76a41cddf137" providerId="ADAL" clId="{B0A10E6A-74A0-4ADB-9A98-2CAB4055005B}" dt="2023-04-13T12:29:53.911" v="6162" actId="113"/>
      <pc:docMkLst>
        <pc:docMk/>
      </pc:docMkLst>
      <pc:sldChg chg="del">
        <pc:chgData name="Barboza-Salerno, Gia" userId="9b623e98-14e8-48e8-ab26-76a41cddf137" providerId="ADAL" clId="{B0A10E6A-74A0-4ADB-9A98-2CAB4055005B}" dt="2023-04-12T13:07:45.689" v="2473" actId="47"/>
        <pc:sldMkLst>
          <pc:docMk/>
          <pc:sldMk cId="3627365666" sldId="256"/>
        </pc:sldMkLst>
      </pc:sldChg>
      <pc:sldChg chg="modSp del mod">
        <pc:chgData name="Barboza-Salerno, Gia" userId="9b623e98-14e8-48e8-ab26-76a41cddf137" providerId="ADAL" clId="{B0A10E6A-74A0-4ADB-9A98-2CAB4055005B}" dt="2023-04-12T13:15:56.460" v="2632" actId="47"/>
        <pc:sldMkLst>
          <pc:docMk/>
          <pc:sldMk cId="3155113678" sldId="262"/>
        </pc:sldMkLst>
        <pc:spChg chg="mod">
          <ac:chgData name="Barboza-Salerno, Gia" userId="9b623e98-14e8-48e8-ab26-76a41cddf137" providerId="ADAL" clId="{B0A10E6A-74A0-4ADB-9A98-2CAB4055005B}" dt="2023-04-12T13:11:31.275" v="2522" actId="1076"/>
          <ac:spMkLst>
            <pc:docMk/>
            <pc:sldMk cId="3155113678" sldId="262"/>
            <ac:spMk id="4" creationId="{36F98E68-4AE6-F3B1-67C2-B3F4EAB3D8C5}"/>
          </ac:spMkLst>
        </pc:spChg>
        <pc:spChg chg="mod">
          <ac:chgData name="Barboza-Salerno, Gia" userId="9b623e98-14e8-48e8-ab26-76a41cddf137" providerId="ADAL" clId="{B0A10E6A-74A0-4ADB-9A98-2CAB4055005B}" dt="2023-04-12T13:11:48.631" v="2529" actId="14100"/>
          <ac:spMkLst>
            <pc:docMk/>
            <pc:sldMk cId="3155113678" sldId="262"/>
            <ac:spMk id="8" creationId="{DAEA3B0F-6EB3-4469-80F2-D2483C1461C1}"/>
          </ac:spMkLst>
        </pc:spChg>
        <pc:picChg chg="mod">
          <ac:chgData name="Barboza-Salerno, Gia" userId="9b623e98-14e8-48e8-ab26-76a41cddf137" providerId="ADAL" clId="{B0A10E6A-74A0-4ADB-9A98-2CAB4055005B}" dt="2023-04-12T13:11:41.971" v="2527" actId="1076"/>
          <ac:picMkLst>
            <pc:docMk/>
            <pc:sldMk cId="3155113678" sldId="262"/>
            <ac:picMk id="9" creationId="{24630D2A-CEBD-4A08-AC86-51AB2ACC3536}"/>
          </ac:picMkLst>
        </pc:picChg>
      </pc:sldChg>
      <pc:sldChg chg="del">
        <pc:chgData name="Barboza-Salerno, Gia" userId="9b623e98-14e8-48e8-ab26-76a41cddf137" providerId="ADAL" clId="{B0A10E6A-74A0-4ADB-9A98-2CAB4055005B}" dt="2023-04-12T14:45:43.759" v="3786" actId="47"/>
        <pc:sldMkLst>
          <pc:docMk/>
          <pc:sldMk cId="3077137672" sldId="263"/>
        </pc:sldMkLst>
      </pc:sldChg>
      <pc:sldChg chg="modSp mod modNotesTx">
        <pc:chgData name="Barboza-Salerno, Gia" userId="9b623e98-14e8-48e8-ab26-76a41cddf137" providerId="ADAL" clId="{B0A10E6A-74A0-4ADB-9A98-2CAB4055005B}" dt="2023-04-13T12:05:33.542" v="5789" actId="313"/>
        <pc:sldMkLst>
          <pc:docMk/>
          <pc:sldMk cId="3449066786" sldId="273"/>
        </pc:sldMkLst>
        <pc:spChg chg="mod">
          <ac:chgData name="Barboza-Salerno, Gia" userId="9b623e98-14e8-48e8-ab26-76a41cddf137" providerId="ADAL" clId="{B0A10E6A-74A0-4ADB-9A98-2CAB4055005B}" dt="2023-04-12T13:26:12.791" v="2780" actId="20577"/>
          <ac:spMkLst>
            <pc:docMk/>
            <pc:sldMk cId="3449066786" sldId="273"/>
            <ac:spMk id="2" creationId="{DCA480D5-799E-466C-B0AE-1A58D007A5EA}"/>
          </ac:spMkLst>
        </pc:spChg>
        <pc:spChg chg="mod">
          <ac:chgData name="Barboza-Salerno, Gia" userId="9b623e98-14e8-48e8-ab26-76a41cddf137" providerId="ADAL" clId="{B0A10E6A-74A0-4ADB-9A98-2CAB4055005B}" dt="2023-04-13T12:05:33.542" v="5789" actId="313"/>
          <ac:spMkLst>
            <pc:docMk/>
            <pc:sldMk cId="3449066786" sldId="273"/>
            <ac:spMk id="3" creationId="{10CAD5B6-DDD1-4929-BCD3-070926C9A068}"/>
          </ac:spMkLst>
        </pc:spChg>
      </pc:sldChg>
      <pc:sldChg chg="modSp mod">
        <pc:chgData name="Barboza-Salerno, Gia" userId="9b623e98-14e8-48e8-ab26-76a41cddf137" providerId="ADAL" clId="{B0A10E6A-74A0-4ADB-9A98-2CAB4055005B}" dt="2023-04-12T18:21:56.785" v="5259" actId="2711"/>
        <pc:sldMkLst>
          <pc:docMk/>
          <pc:sldMk cId="1843396214" sldId="274"/>
        </pc:sldMkLst>
        <pc:spChg chg="mod">
          <ac:chgData name="Barboza-Salerno, Gia" userId="9b623e98-14e8-48e8-ab26-76a41cddf137" providerId="ADAL" clId="{B0A10E6A-74A0-4ADB-9A98-2CAB4055005B}" dt="2023-04-12T18:21:40.776" v="5255" actId="2711"/>
          <ac:spMkLst>
            <pc:docMk/>
            <pc:sldMk cId="1843396214" sldId="274"/>
            <ac:spMk id="2" creationId="{F34D7439-7D9D-4311-B861-85FEF8318F14}"/>
          </ac:spMkLst>
        </pc:spChg>
        <pc:spChg chg="mod">
          <ac:chgData name="Barboza-Salerno, Gia" userId="9b623e98-14e8-48e8-ab26-76a41cddf137" providerId="ADAL" clId="{B0A10E6A-74A0-4ADB-9A98-2CAB4055005B}" dt="2023-04-12T18:21:56.785" v="5259" actId="2711"/>
          <ac:spMkLst>
            <pc:docMk/>
            <pc:sldMk cId="1843396214" sldId="274"/>
            <ac:spMk id="3" creationId="{BCEBDE1A-6EEF-4C8E-8DB7-5A5540B9919F}"/>
          </ac:spMkLst>
        </pc:spChg>
      </pc:sldChg>
      <pc:sldChg chg="del">
        <pc:chgData name="Barboza-Salerno, Gia" userId="9b623e98-14e8-48e8-ab26-76a41cddf137" providerId="ADAL" clId="{B0A10E6A-74A0-4ADB-9A98-2CAB4055005B}" dt="2023-04-12T13:31:58.040" v="2785" actId="47"/>
        <pc:sldMkLst>
          <pc:docMk/>
          <pc:sldMk cId="3899632013" sldId="275"/>
        </pc:sldMkLst>
      </pc:sldChg>
      <pc:sldChg chg="modSp mod">
        <pc:chgData name="Barboza-Salerno, Gia" userId="9b623e98-14e8-48e8-ab26-76a41cddf137" providerId="ADAL" clId="{B0A10E6A-74A0-4ADB-9A98-2CAB4055005B}" dt="2023-04-13T12:12:48.803" v="6025" actId="115"/>
        <pc:sldMkLst>
          <pc:docMk/>
          <pc:sldMk cId="1940220040" sldId="277"/>
        </pc:sldMkLst>
        <pc:spChg chg="mod">
          <ac:chgData name="Barboza-Salerno, Gia" userId="9b623e98-14e8-48e8-ab26-76a41cddf137" providerId="ADAL" clId="{B0A10E6A-74A0-4ADB-9A98-2CAB4055005B}" dt="2023-04-13T12:12:48.803" v="6025" actId="115"/>
          <ac:spMkLst>
            <pc:docMk/>
            <pc:sldMk cId="1940220040" sldId="277"/>
            <ac:spMk id="3" creationId="{6E1B9DE2-9B2F-4B00-8A75-71ABA4262898}"/>
          </ac:spMkLst>
        </pc:spChg>
      </pc:sldChg>
      <pc:sldChg chg="modSp mod">
        <pc:chgData name="Barboza-Salerno, Gia" userId="9b623e98-14e8-48e8-ab26-76a41cddf137" providerId="ADAL" clId="{B0A10E6A-74A0-4ADB-9A98-2CAB4055005B}" dt="2023-04-13T12:12:36.124" v="6024" actId="20577"/>
        <pc:sldMkLst>
          <pc:docMk/>
          <pc:sldMk cId="2008151548" sldId="278"/>
        </pc:sldMkLst>
        <pc:spChg chg="mod">
          <ac:chgData name="Barboza-Salerno, Gia" userId="9b623e98-14e8-48e8-ab26-76a41cddf137" providerId="ADAL" clId="{B0A10E6A-74A0-4ADB-9A98-2CAB4055005B}" dt="2023-04-13T12:12:36.124" v="6024" actId="20577"/>
          <ac:spMkLst>
            <pc:docMk/>
            <pc:sldMk cId="2008151548" sldId="278"/>
            <ac:spMk id="3" creationId="{5A5D8422-678C-4FCE-945E-8916E3C6E3A3}"/>
          </ac:spMkLst>
        </pc:spChg>
      </pc:sldChg>
      <pc:sldChg chg="modSp mod">
        <pc:chgData name="Barboza-Salerno, Gia" userId="9b623e98-14e8-48e8-ab26-76a41cddf137" providerId="ADAL" clId="{B0A10E6A-74A0-4ADB-9A98-2CAB4055005B}" dt="2023-04-12T13:47:35.984" v="3078" actId="20577"/>
        <pc:sldMkLst>
          <pc:docMk/>
          <pc:sldMk cId="352176010" sldId="279"/>
        </pc:sldMkLst>
        <pc:spChg chg="mod">
          <ac:chgData name="Barboza-Salerno, Gia" userId="9b623e98-14e8-48e8-ab26-76a41cddf137" providerId="ADAL" clId="{B0A10E6A-74A0-4ADB-9A98-2CAB4055005B}" dt="2023-04-12T13:45:55.774" v="3000" actId="20577"/>
          <ac:spMkLst>
            <pc:docMk/>
            <pc:sldMk cId="352176010" sldId="279"/>
            <ac:spMk id="2" creationId="{B0C84ED9-8421-41E3-90E6-D4DE75A9B384}"/>
          </ac:spMkLst>
        </pc:spChg>
        <pc:spChg chg="mod">
          <ac:chgData name="Barboza-Salerno, Gia" userId="9b623e98-14e8-48e8-ab26-76a41cddf137" providerId="ADAL" clId="{B0A10E6A-74A0-4ADB-9A98-2CAB4055005B}" dt="2023-04-12T13:47:35.984" v="3078" actId="20577"/>
          <ac:spMkLst>
            <pc:docMk/>
            <pc:sldMk cId="352176010" sldId="279"/>
            <ac:spMk id="3" creationId="{938598B4-9DF3-4E91-8AE5-FF660925E3A3}"/>
          </ac:spMkLst>
        </pc:spChg>
      </pc:sldChg>
      <pc:sldChg chg="del">
        <pc:chgData name="Barboza-Salerno, Gia" userId="9b623e98-14e8-48e8-ab26-76a41cddf137" providerId="ADAL" clId="{B0A10E6A-74A0-4ADB-9A98-2CAB4055005B}" dt="2023-04-12T14:41:17.884" v="3759" actId="47"/>
        <pc:sldMkLst>
          <pc:docMk/>
          <pc:sldMk cId="1076013011" sldId="281"/>
        </pc:sldMkLst>
      </pc:sldChg>
      <pc:sldChg chg="modSp mod ord">
        <pc:chgData name="Barboza-Salerno, Gia" userId="9b623e98-14e8-48e8-ab26-76a41cddf137" providerId="ADAL" clId="{B0A10E6A-74A0-4ADB-9A98-2CAB4055005B}" dt="2023-04-12T17:02:17.920" v="5190" actId="403"/>
        <pc:sldMkLst>
          <pc:docMk/>
          <pc:sldMk cId="2890217666" sldId="282"/>
        </pc:sldMkLst>
        <pc:spChg chg="mod">
          <ac:chgData name="Barboza-Salerno, Gia" userId="9b623e98-14e8-48e8-ab26-76a41cddf137" providerId="ADAL" clId="{B0A10E6A-74A0-4ADB-9A98-2CAB4055005B}" dt="2023-04-12T17:02:17.920" v="5190" actId="403"/>
          <ac:spMkLst>
            <pc:docMk/>
            <pc:sldMk cId="2890217666" sldId="282"/>
            <ac:spMk id="5" creationId="{00000000-0000-0000-0000-000000000000}"/>
          </ac:spMkLst>
        </pc:spChg>
      </pc:sldChg>
      <pc:sldChg chg="modSp mod">
        <pc:chgData name="Barboza-Salerno, Gia" userId="9b623e98-14e8-48e8-ab26-76a41cddf137" providerId="ADAL" clId="{B0A10E6A-74A0-4ADB-9A98-2CAB4055005B}" dt="2023-04-12T14:41:28.065" v="3782" actId="20577"/>
        <pc:sldMkLst>
          <pc:docMk/>
          <pc:sldMk cId="2074087412" sldId="285"/>
        </pc:sldMkLst>
        <pc:spChg chg="mod">
          <ac:chgData name="Barboza-Salerno, Gia" userId="9b623e98-14e8-48e8-ab26-76a41cddf137" providerId="ADAL" clId="{B0A10E6A-74A0-4ADB-9A98-2CAB4055005B}" dt="2023-04-12T14:41:28.065" v="3782" actId="20577"/>
          <ac:spMkLst>
            <pc:docMk/>
            <pc:sldMk cId="2074087412" sldId="285"/>
            <ac:spMk id="3" creationId="{A46EAD34-5DE1-41F3-97AC-9446C480CD67}"/>
          </ac:spMkLst>
        </pc:spChg>
      </pc:sldChg>
      <pc:sldChg chg="modSp mod">
        <pc:chgData name="Barboza-Salerno, Gia" userId="9b623e98-14e8-48e8-ab26-76a41cddf137" providerId="ADAL" clId="{B0A10E6A-74A0-4ADB-9A98-2CAB4055005B}" dt="2023-04-12T17:02:37.889" v="5196" actId="1076"/>
        <pc:sldMkLst>
          <pc:docMk/>
          <pc:sldMk cId="409804682" sldId="286"/>
        </pc:sldMkLst>
        <pc:spChg chg="mod">
          <ac:chgData name="Barboza-Salerno, Gia" userId="9b623e98-14e8-48e8-ab26-76a41cddf137" providerId="ADAL" clId="{B0A10E6A-74A0-4ADB-9A98-2CAB4055005B}" dt="2023-04-12T17:02:37.889" v="5196" actId="1076"/>
          <ac:spMkLst>
            <pc:docMk/>
            <pc:sldMk cId="409804682" sldId="286"/>
            <ac:spMk id="2" creationId="{829A7C32-C639-4C67-AAC8-C400D3F42E88}"/>
          </ac:spMkLst>
        </pc:spChg>
        <pc:graphicFrameChg chg="mod modGraphic">
          <ac:chgData name="Barboza-Salerno, Gia" userId="9b623e98-14e8-48e8-ab26-76a41cddf137" providerId="ADAL" clId="{B0A10E6A-74A0-4ADB-9A98-2CAB4055005B}" dt="2023-04-12T17:02:32.272" v="5194" actId="14100"/>
          <ac:graphicFrameMkLst>
            <pc:docMk/>
            <pc:sldMk cId="409804682" sldId="286"/>
            <ac:graphicFrameMk id="4" creationId="{CBC66FFF-853A-4694-BF10-40EC28D9C276}"/>
          </ac:graphicFrameMkLst>
        </pc:graphicFrameChg>
      </pc:sldChg>
      <pc:sldChg chg="addSp delSp modSp mod setBg modAnim modNotesTx">
        <pc:chgData name="Barboza-Salerno, Gia" userId="9b623e98-14e8-48e8-ab26-76a41cddf137" providerId="ADAL" clId="{B0A10E6A-74A0-4ADB-9A98-2CAB4055005B}" dt="2023-04-13T11:44:45.722" v="5514"/>
        <pc:sldMkLst>
          <pc:docMk/>
          <pc:sldMk cId="1915934069" sldId="287"/>
        </pc:sldMkLst>
        <pc:spChg chg="mod">
          <ac:chgData name="Barboza-Salerno, Gia" userId="9b623e98-14e8-48e8-ab26-76a41cddf137" providerId="ADAL" clId="{B0A10E6A-74A0-4ADB-9A98-2CAB4055005B}" dt="2023-04-13T11:43:05.047" v="5500" actId="26606"/>
          <ac:spMkLst>
            <pc:docMk/>
            <pc:sldMk cId="1915934069" sldId="287"/>
            <ac:spMk id="2" creationId="{1B163D17-414D-409D-AD4F-BA30BA0F2BD7}"/>
          </ac:spMkLst>
        </pc:spChg>
        <pc:spChg chg="mod">
          <ac:chgData name="Barboza-Salerno, Gia" userId="9b623e98-14e8-48e8-ab26-76a41cddf137" providerId="ADAL" clId="{B0A10E6A-74A0-4ADB-9A98-2CAB4055005B}" dt="2023-04-13T11:43:05.047" v="5500" actId="26606"/>
          <ac:spMkLst>
            <pc:docMk/>
            <pc:sldMk cId="1915934069" sldId="287"/>
            <ac:spMk id="3" creationId="{BA00B27C-E91E-4BB3-B9A8-7D6EFF40CAA9}"/>
          </ac:spMkLst>
        </pc:spChg>
        <pc:spChg chg="add mod">
          <ac:chgData name="Barboza-Salerno, Gia" userId="9b623e98-14e8-48e8-ab26-76a41cddf137" providerId="ADAL" clId="{B0A10E6A-74A0-4ADB-9A98-2CAB4055005B}" dt="2023-04-13T11:44:29.398" v="5512" actId="14100"/>
          <ac:spMkLst>
            <pc:docMk/>
            <pc:sldMk cId="1915934069" sldId="287"/>
            <ac:spMk id="6" creationId="{982F7602-9F11-52DC-CDD7-965E3749FE8D}"/>
          </ac:spMkLst>
        </pc:spChg>
        <pc:spChg chg="add del">
          <ac:chgData name="Barboza-Salerno, Gia" userId="9b623e98-14e8-48e8-ab26-76a41cddf137" providerId="ADAL" clId="{B0A10E6A-74A0-4ADB-9A98-2CAB4055005B}" dt="2023-04-13T11:43:05.046" v="5499" actId="26606"/>
          <ac:spMkLst>
            <pc:docMk/>
            <pc:sldMk cId="1915934069" sldId="287"/>
            <ac:spMk id="9" creationId="{4FAE1107-CEC3-4041-8BAA-CDB6F6759B35}"/>
          </ac:spMkLst>
        </pc:spChg>
        <pc:picChg chg="add mod">
          <ac:chgData name="Barboza-Salerno, Gia" userId="9b623e98-14e8-48e8-ab26-76a41cddf137" providerId="ADAL" clId="{B0A10E6A-74A0-4ADB-9A98-2CAB4055005B}" dt="2023-04-13T11:44:21.109" v="5509" actId="1076"/>
          <ac:picMkLst>
            <pc:docMk/>
            <pc:sldMk cId="1915934069" sldId="287"/>
            <ac:picMk id="4" creationId="{5CEA6072-9725-8017-908B-E73F5D4B43B0}"/>
          </ac:picMkLst>
        </pc:picChg>
        <pc:cxnChg chg="add del">
          <ac:chgData name="Barboza-Salerno, Gia" userId="9b623e98-14e8-48e8-ab26-76a41cddf137" providerId="ADAL" clId="{B0A10E6A-74A0-4ADB-9A98-2CAB4055005B}" dt="2023-04-13T11:43:05.046" v="5499" actId="26606"/>
          <ac:cxnSpMkLst>
            <pc:docMk/>
            <pc:sldMk cId="1915934069" sldId="287"/>
            <ac:cxnSpMk id="11" creationId="{1AEA88FB-F5DD-45CE-AAE1-7B33D0ABDD25}"/>
          </ac:cxnSpMkLst>
        </pc:cxnChg>
      </pc:sldChg>
      <pc:sldChg chg="modSp mod">
        <pc:chgData name="Barboza-Salerno, Gia" userId="9b623e98-14e8-48e8-ab26-76a41cddf137" providerId="ADAL" clId="{B0A10E6A-74A0-4ADB-9A98-2CAB4055005B}" dt="2023-04-12T13:16:57.935" v="2736" actId="1076"/>
        <pc:sldMkLst>
          <pc:docMk/>
          <pc:sldMk cId="3086518358" sldId="289"/>
        </pc:sldMkLst>
        <pc:spChg chg="mod">
          <ac:chgData name="Barboza-Salerno, Gia" userId="9b623e98-14e8-48e8-ab26-76a41cddf137" providerId="ADAL" clId="{B0A10E6A-74A0-4ADB-9A98-2CAB4055005B}" dt="2023-04-12T13:16:57.935" v="2736" actId="1076"/>
          <ac:spMkLst>
            <pc:docMk/>
            <pc:sldMk cId="3086518358" sldId="289"/>
            <ac:spMk id="2" creationId="{20A8E702-0E1A-41D8-A736-8E7FDF75B302}"/>
          </ac:spMkLst>
        </pc:spChg>
      </pc:sldChg>
      <pc:sldChg chg="modSp mod modNotesTx">
        <pc:chgData name="Barboza-Salerno, Gia" userId="9b623e98-14e8-48e8-ab26-76a41cddf137" providerId="ADAL" clId="{B0A10E6A-74A0-4ADB-9A98-2CAB4055005B}" dt="2023-04-13T11:58:21.211" v="5785" actId="20577"/>
        <pc:sldMkLst>
          <pc:docMk/>
          <pc:sldMk cId="1653735983" sldId="292"/>
        </pc:sldMkLst>
        <pc:spChg chg="mod">
          <ac:chgData name="Barboza-Salerno, Gia" userId="9b623e98-14e8-48e8-ab26-76a41cddf137" providerId="ADAL" clId="{B0A10E6A-74A0-4ADB-9A98-2CAB4055005B}" dt="2023-04-12T13:20:00.887" v="2768" actId="20577"/>
          <ac:spMkLst>
            <pc:docMk/>
            <pc:sldMk cId="1653735983" sldId="292"/>
            <ac:spMk id="2" creationId="{92FA5A3F-2C30-486D-A368-EA9097D68A01}"/>
          </ac:spMkLst>
        </pc:spChg>
      </pc:sldChg>
      <pc:sldChg chg="modSp mod modAnim">
        <pc:chgData name="Barboza-Salerno, Gia" userId="9b623e98-14e8-48e8-ab26-76a41cddf137" providerId="ADAL" clId="{B0A10E6A-74A0-4ADB-9A98-2CAB4055005B}" dt="2023-04-12T13:34:34.431" v="2800"/>
        <pc:sldMkLst>
          <pc:docMk/>
          <pc:sldMk cId="1659653849" sldId="293"/>
        </pc:sldMkLst>
        <pc:spChg chg="mod">
          <ac:chgData name="Barboza-Salerno, Gia" userId="9b623e98-14e8-48e8-ab26-76a41cddf137" providerId="ADAL" clId="{B0A10E6A-74A0-4ADB-9A98-2CAB4055005B}" dt="2023-04-12T13:33:17.898" v="2790" actId="20577"/>
          <ac:spMkLst>
            <pc:docMk/>
            <pc:sldMk cId="1659653849" sldId="293"/>
            <ac:spMk id="2" creationId="{4A7002AE-59EB-496E-9655-1BC7DCFA9C1B}"/>
          </ac:spMkLst>
        </pc:spChg>
        <pc:spChg chg="mod">
          <ac:chgData name="Barboza-Salerno, Gia" userId="9b623e98-14e8-48e8-ab26-76a41cddf137" providerId="ADAL" clId="{B0A10E6A-74A0-4ADB-9A98-2CAB4055005B}" dt="2023-04-12T13:34:18.034" v="2798" actId="15"/>
          <ac:spMkLst>
            <pc:docMk/>
            <pc:sldMk cId="1659653849" sldId="293"/>
            <ac:spMk id="3" creationId="{3CB323ED-FFF6-4007-AF5F-2E951B291301}"/>
          </ac:spMkLst>
        </pc:spChg>
      </pc:sldChg>
      <pc:sldChg chg="modSp mod">
        <pc:chgData name="Barboza-Salerno, Gia" userId="9b623e98-14e8-48e8-ab26-76a41cddf137" providerId="ADAL" clId="{B0A10E6A-74A0-4ADB-9A98-2CAB4055005B}" dt="2023-04-13T12:11:32.042" v="6021" actId="20577"/>
        <pc:sldMkLst>
          <pc:docMk/>
          <pc:sldMk cId="2265154857" sldId="294"/>
        </pc:sldMkLst>
        <pc:spChg chg="mod">
          <ac:chgData name="Barboza-Salerno, Gia" userId="9b623e98-14e8-48e8-ab26-76a41cddf137" providerId="ADAL" clId="{B0A10E6A-74A0-4ADB-9A98-2CAB4055005B}" dt="2023-04-12T13:38:18.962" v="2868" actId="14100"/>
          <ac:spMkLst>
            <pc:docMk/>
            <pc:sldMk cId="2265154857" sldId="294"/>
            <ac:spMk id="2" creationId="{C2532849-4E6C-4E37-A5D3-7F031EAFC6D7}"/>
          </ac:spMkLst>
        </pc:spChg>
        <pc:spChg chg="mod">
          <ac:chgData name="Barboza-Salerno, Gia" userId="9b623e98-14e8-48e8-ab26-76a41cddf137" providerId="ADAL" clId="{B0A10E6A-74A0-4ADB-9A98-2CAB4055005B}" dt="2023-04-13T12:11:32.042" v="6021" actId="20577"/>
          <ac:spMkLst>
            <pc:docMk/>
            <pc:sldMk cId="2265154857" sldId="294"/>
            <ac:spMk id="3" creationId="{CC9FDB3F-7536-4673-B5A3-9C9569335795}"/>
          </ac:spMkLst>
        </pc:spChg>
      </pc:sldChg>
      <pc:sldChg chg="modSp mod">
        <pc:chgData name="Barboza-Salerno, Gia" userId="9b623e98-14e8-48e8-ab26-76a41cddf137" providerId="ADAL" clId="{B0A10E6A-74A0-4ADB-9A98-2CAB4055005B}" dt="2023-04-12T13:47:46.255" v="3079" actId="20577"/>
        <pc:sldMkLst>
          <pc:docMk/>
          <pc:sldMk cId="1920395730" sldId="298"/>
        </pc:sldMkLst>
        <pc:spChg chg="mod">
          <ac:chgData name="Barboza-Salerno, Gia" userId="9b623e98-14e8-48e8-ab26-76a41cddf137" providerId="ADAL" clId="{B0A10E6A-74A0-4ADB-9A98-2CAB4055005B}" dt="2023-04-12T13:47:46.255" v="3079" actId="20577"/>
          <ac:spMkLst>
            <pc:docMk/>
            <pc:sldMk cId="1920395730" sldId="298"/>
            <ac:spMk id="2" creationId="{6370D208-F4F9-47F7-AF34-2B6E93EB63F8}"/>
          </ac:spMkLst>
        </pc:spChg>
      </pc:sldChg>
      <pc:sldChg chg="addSp delSp modSp mod">
        <pc:chgData name="Barboza-Salerno, Gia" userId="9b623e98-14e8-48e8-ab26-76a41cddf137" providerId="ADAL" clId="{B0A10E6A-74A0-4ADB-9A98-2CAB4055005B}" dt="2023-04-12T14:39:22.852" v="3758" actId="14100"/>
        <pc:sldMkLst>
          <pc:docMk/>
          <pc:sldMk cId="1416125325" sldId="300"/>
        </pc:sldMkLst>
        <pc:spChg chg="del">
          <ac:chgData name="Barboza-Salerno, Gia" userId="9b623e98-14e8-48e8-ab26-76a41cddf137" providerId="ADAL" clId="{B0A10E6A-74A0-4ADB-9A98-2CAB4055005B}" dt="2023-04-12T13:49:49.940" v="3091" actId="478"/>
          <ac:spMkLst>
            <pc:docMk/>
            <pc:sldMk cId="1416125325" sldId="300"/>
            <ac:spMk id="2" creationId="{660A3391-2545-48F7-A558-8BDAC34CAC0D}"/>
          </ac:spMkLst>
        </pc:spChg>
        <pc:spChg chg="add mod ord">
          <ac:chgData name="Barboza-Salerno, Gia" userId="9b623e98-14e8-48e8-ab26-76a41cddf137" providerId="ADAL" clId="{B0A10E6A-74A0-4ADB-9A98-2CAB4055005B}" dt="2023-04-12T13:50:15.348" v="3098" actId="1076"/>
          <ac:spMkLst>
            <pc:docMk/>
            <pc:sldMk cId="1416125325" sldId="300"/>
            <ac:spMk id="3" creationId="{9FA188B4-5C39-610E-CC9E-296E31BDC8B2}"/>
          </ac:spMkLst>
        </pc:spChg>
        <pc:spChg chg="mod">
          <ac:chgData name="Barboza-Salerno, Gia" userId="9b623e98-14e8-48e8-ab26-76a41cddf137" providerId="ADAL" clId="{B0A10E6A-74A0-4ADB-9A98-2CAB4055005B}" dt="2023-04-12T13:50:43.055" v="3108" actId="113"/>
          <ac:spMkLst>
            <pc:docMk/>
            <pc:sldMk cId="1416125325" sldId="300"/>
            <ac:spMk id="4" creationId="{D38674A8-B426-4509-844B-D8CCB91F5D61}"/>
          </ac:spMkLst>
        </pc:spChg>
        <pc:spChg chg="mod">
          <ac:chgData name="Barboza-Salerno, Gia" userId="9b623e98-14e8-48e8-ab26-76a41cddf137" providerId="ADAL" clId="{B0A10E6A-74A0-4ADB-9A98-2CAB4055005B}" dt="2023-04-12T13:50:15.348" v="3098" actId="1076"/>
          <ac:spMkLst>
            <pc:docMk/>
            <pc:sldMk cId="1416125325" sldId="300"/>
            <ac:spMk id="5" creationId="{5D267514-2F07-C536-8D19-7B250C83A895}"/>
          </ac:spMkLst>
        </pc:spChg>
        <pc:spChg chg="del mod">
          <ac:chgData name="Barboza-Salerno, Gia" userId="9b623e98-14e8-48e8-ab26-76a41cddf137" providerId="ADAL" clId="{B0A10E6A-74A0-4ADB-9A98-2CAB4055005B}" dt="2023-04-12T13:49:36.351" v="3087" actId="478"/>
          <ac:spMkLst>
            <pc:docMk/>
            <pc:sldMk cId="1416125325" sldId="300"/>
            <ac:spMk id="7" creationId="{493BD7A4-8B1F-4575-B4B7-7B0F0F3266BC}"/>
          </ac:spMkLst>
        </pc:spChg>
        <pc:spChg chg="mod">
          <ac:chgData name="Barboza-Salerno, Gia" userId="9b623e98-14e8-48e8-ab26-76a41cddf137" providerId="ADAL" clId="{B0A10E6A-74A0-4ADB-9A98-2CAB4055005B}" dt="2023-04-12T13:50:45.542" v="3109" actId="113"/>
          <ac:spMkLst>
            <pc:docMk/>
            <pc:sldMk cId="1416125325" sldId="300"/>
            <ac:spMk id="10" creationId="{73294A9A-D733-42FA-937B-6330FB31B69A}"/>
          </ac:spMkLst>
        </pc:spChg>
        <pc:spChg chg="add del mod">
          <ac:chgData name="Barboza-Salerno, Gia" userId="9b623e98-14e8-48e8-ab26-76a41cddf137" providerId="ADAL" clId="{B0A10E6A-74A0-4ADB-9A98-2CAB4055005B}" dt="2023-04-12T13:49:53.144" v="3092" actId="478"/>
          <ac:spMkLst>
            <pc:docMk/>
            <pc:sldMk cId="1416125325" sldId="300"/>
            <ac:spMk id="12" creationId="{8BBB840E-DC63-1D3F-25ED-C6B8F317E84A}"/>
          </ac:spMkLst>
        </pc:spChg>
        <pc:graphicFrameChg chg="mod modGraphic">
          <ac:chgData name="Barboza-Salerno, Gia" userId="9b623e98-14e8-48e8-ab26-76a41cddf137" providerId="ADAL" clId="{B0A10E6A-74A0-4ADB-9A98-2CAB4055005B}" dt="2023-04-12T13:52:17.133" v="3111" actId="14734"/>
          <ac:graphicFrameMkLst>
            <pc:docMk/>
            <pc:sldMk cId="1416125325" sldId="300"/>
            <ac:graphicFrameMk id="9" creationId="{B729DED5-0307-43CE-AAC3-8256F01CAA52}"/>
          </ac:graphicFrameMkLst>
        </pc:graphicFrameChg>
        <pc:picChg chg="mod">
          <ac:chgData name="Barboza-Salerno, Gia" userId="9b623e98-14e8-48e8-ab26-76a41cddf137" providerId="ADAL" clId="{B0A10E6A-74A0-4ADB-9A98-2CAB4055005B}" dt="2023-04-12T13:50:27.738" v="3103" actId="1076"/>
          <ac:picMkLst>
            <pc:docMk/>
            <pc:sldMk cId="1416125325" sldId="300"/>
            <ac:picMk id="6" creationId="{C2428292-65AA-43FB-ACF0-B192CC4F4BE2}"/>
          </ac:picMkLst>
        </pc:picChg>
        <pc:picChg chg="mod ord">
          <ac:chgData name="Barboza-Salerno, Gia" userId="9b623e98-14e8-48e8-ab26-76a41cddf137" providerId="ADAL" clId="{B0A10E6A-74A0-4ADB-9A98-2CAB4055005B}" dt="2023-04-12T13:53:13.601" v="3117" actId="166"/>
          <ac:picMkLst>
            <pc:docMk/>
            <pc:sldMk cId="1416125325" sldId="300"/>
            <ac:picMk id="8" creationId="{43D50BBD-C409-4682-A736-38A3E88CC065}"/>
          </ac:picMkLst>
        </pc:picChg>
        <pc:cxnChg chg="add mod">
          <ac:chgData name="Barboza-Salerno, Gia" userId="9b623e98-14e8-48e8-ab26-76a41cddf137" providerId="ADAL" clId="{B0A10E6A-74A0-4ADB-9A98-2CAB4055005B}" dt="2023-04-12T14:37:50.558" v="3756" actId="14100"/>
          <ac:cxnSpMkLst>
            <pc:docMk/>
            <pc:sldMk cId="1416125325" sldId="300"/>
            <ac:cxnSpMk id="14" creationId="{FBA56FC4-72B4-B346-76AB-A326BD116CE1}"/>
          </ac:cxnSpMkLst>
        </pc:cxnChg>
        <pc:cxnChg chg="add mod">
          <ac:chgData name="Barboza-Salerno, Gia" userId="9b623e98-14e8-48e8-ab26-76a41cddf137" providerId="ADAL" clId="{B0A10E6A-74A0-4ADB-9A98-2CAB4055005B}" dt="2023-04-12T14:39:22.852" v="3758" actId="14100"/>
          <ac:cxnSpMkLst>
            <pc:docMk/>
            <pc:sldMk cId="1416125325" sldId="300"/>
            <ac:cxnSpMk id="15" creationId="{B6890048-C619-BD2B-D9D7-1A82E2E8F580}"/>
          </ac:cxnSpMkLst>
        </pc:cxnChg>
      </pc:sldChg>
      <pc:sldChg chg="modSp mod">
        <pc:chgData name="Barboza-Salerno, Gia" userId="9b623e98-14e8-48e8-ab26-76a41cddf137" providerId="ADAL" clId="{B0A10E6A-74A0-4ADB-9A98-2CAB4055005B}" dt="2023-04-12T14:42:36.558" v="3785" actId="403"/>
        <pc:sldMkLst>
          <pc:docMk/>
          <pc:sldMk cId="2975144349" sldId="302"/>
        </pc:sldMkLst>
        <pc:spChg chg="mod">
          <ac:chgData name="Barboza-Salerno, Gia" userId="9b623e98-14e8-48e8-ab26-76a41cddf137" providerId="ADAL" clId="{B0A10E6A-74A0-4ADB-9A98-2CAB4055005B}" dt="2023-04-12T14:42:36.558" v="3785" actId="403"/>
          <ac:spMkLst>
            <pc:docMk/>
            <pc:sldMk cId="2975144349" sldId="302"/>
            <ac:spMk id="3" creationId="{B456C1F3-FBB6-4183-B108-97FE492264E4}"/>
          </ac:spMkLst>
        </pc:spChg>
      </pc:sldChg>
      <pc:sldChg chg="delSp modSp new mod">
        <pc:chgData name="Barboza-Salerno, Gia" userId="9b623e98-14e8-48e8-ab26-76a41cddf137" providerId="ADAL" clId="{B0A10E6A-74A0-4ADB-9A98-2CAB4055005B}" dt="2023-04-13T11:47:50.369" v="5581" actId="20577"/>
        <pc:sldMkLst>
          <pc:docMk/>
          <pc:sldMk cId="3883163016" sldId="306"/>
        </pc:sldMkLst>
        <pc:spChg chg="mod">
          <ac:chgData name="Barboza-Salerno, Gia" userId="9b623e98-14e8-48e8-ab26-76a41cddf137" providerId="ADAL" clId="{B0A10E6A-74A0-4ADB-9A98-2CAB4055005B}" dt="2023-04-11T15:45:48.570" v="1017" actId="20577"/>
          <ac:spMkLst>
            <pc:docMk/>
            <pc:sldMk cId="3883163016" sldId="306"/>
            <ac:spMk id="2" creationId="{2E70C4C5-97B5-D086-C337-03DC628881A4}"/>
          </ac:spMkLst>
        </pc:spChg>
        <pc:spChg chg="mod">
          <ac:chgData name="Barboza-Salerno, Gia" userId="9b623e98-14e8-48e8-ab26-76a41cddf137" providerId="ADAL" clId="{B0A10E6A-74A0-4ADB-9A98-2CAB4055005B}" dt="2023-04-13T11:47:50.369" v="5581" actId="20577"/>
          <ac:spMkLst>
            <pc:docMk/>
            <pc:sldMk cId="3883163016" sldId="306"/>
            <ac:spMk id="3" creationId="{7D2BAED5-ECA7-819D-5ACE-65D65EF116B2}"/>
          </ac:spMkLst>
        </pc:spChg>
        <pc:spChg chg="del">
          <ac:chgData name="Barboza-Salerno, Gia" userId="9b623e98-14e8-48e8-ab26-76a41cddf137" providerId="ADAL" clId="{B0A10E6A-74A0-4ADB-9A98-2CAB4055005B}" dt="2023-04-11T15:46:11.343" v="1021" actId="478"/>
          <ac:spMkLst>
            <pc:docMk/>
            <pc:sldMk cId="3883163016" sldId="306"/>
            <ac:spMk id="4" creationId="{78ECCE3A-6561-9E2C-4D63-A7FADC55D6AA}"/>
          </ac:spMkLst>
        </pc:spChg>
      </pc:sldChg>
      <pc:sldChg chg="addSp delSp modSp new mod">
        <pc:chgData name="Barboza-Salerno, Gia" userId="9b623e98-14e8-48e8-ab26-76a41cddf137" providerId="ADAL" clId="{B0A10E6A-74A0-4ADB-9A98-2CAB4055005B}" dt="2023-04-12T13:10:25.493" v="2520" actId="20577"/>
        <pc:sldMkLst>
          <pc:docMk/>
          <pc:sldMk cId="3767816297" sldId="307"/>
        </pc:sldMkLst>
        <pc:spChg chg="mod">
          <ac:chgData name="Barboza-Salerno, Gia" userId="9b623e98-14e8-48e8-ab26-76a41cddf137" providerId="ADAL" clId="{B0A10E6A-74A0-4ADB-9A98-2CAB4055005B}" dt="2023-04-11T15:48:24.579" v="1077" actId="20577"/>
          <ac:spMkLst>
            <pc:docMk/>
            <pc:sldMk cId="3767816297" sldId="307"/>
            <ac:spMk id="2" creationId="{18190D63-17F9-7631-8B05-C6FDEB4F6F81}"/>
          </ac:spMkLst>
        </pc:spChg>
        <pc:spChg chg="mod">
          <ac:chgData name="Barboza-Salerno, Gia" userId="9b623e98-14e8-48e8-ab26-76a41cddf137" providerId="ADAL" clId="{B0A10E6A-74A0-4ADB-9A98-2CAB4055005B}" dt="2023-04-12T13:10:25.493" v="2520" actId="20577"/>
          <ac:spMkLst>
            <pc:docMk/>
            <pc:sldMk cId="3767816297" sldId="307"/>
            <ac:spMk id="3" creationId="{7F62123C-53D8-31D5-328A-7C791C8CADF6}"/>
          </ac:spMkLst>
        </pc:spChg>
        <pc:spChg chg="del">
          <ac:chgData name="Barboza-Salerno, Gia" userId="9b623e98-14e8-48e8-ab26-76a41cddf137" providerId="ADAL" clId="{B0A10E6A-74A0-4ADB-9A98-2CAB4055005B}" dt="2023-04-11T15:52:46.858" v="1497" actId="478"/>
          <ac:spMkLst>
            <pc:docMk/>
            <pc:sldMk cId="3767816297" sldId="307"/>
            <ac:spMk id="4" creationId="{8EDAF3E3-730E-B2A0-DFF5-B1812E5AFB25}"/>
          </ac:spMkLst>
        </pc:spChg>
        <pc:spChg chg="add mod">
          <ac:chgData name="Barboza-Salerno, Gia" userId="9b623e98-14e8-48e8-ab26-76a41cddf137" providerId="ADAL" clId="{B0A10E6A-74A0-4ADB-9A98-2CAB4055005B}" dt="2023-04-11T16:12:50.944" v="2303" actId="1036"/>
          <ac:spMkLst>
            <pc:docMk/>
            <pc:sldMk cId="3767816297" sldId="307"/>
            <ac:spMk id="5" creationId="{4869C530-CEF5-3475-7AE0-270F781714B9}"/>
          </ac:spMkLst>
        </pc:spChg>
      </pc:sldChg>
      <pc:sldChg chg="addSp delSp modSp add mod modAnim modNotesTx">
        <pc:chgData name="Barboza-Salerno, Gia" userId="9b623e98-14e8-48e8-ab26-76a41cddf137" providerId="ADAL" clId="{B0A10E6A-74A0-4ADB-9A98-2CAB4055005B}" dt="2023-04-13T11:50:05.777" v="5673"/>
        <pc:sldMkLst>
          <pc:docMk/>
          <pc:sldMk cId="1200099129" sldId="308"/>
        </pc:sldMkLst>
        <pc:spChg chg="add mod">
          <ac:chgData name="Barboza-Salerno, Gia" userId="9b623e98-14e8-48e8-ab26-76a41cddf137" providerId="ADAL" clId="{B0A10E6A-74A0-4ADB-9A98-2CAB4055005B}" dt="2023-04-12T13:37:26.556" v="2856" actId="1036"/>
          <ac:spMkLst>
            <pc:docMk/>
            <pc:sldMk cId="1200099129" sldId="308"/>
            <ac:spMk id="3" creationId="{11A6E460-A02B-D755-C669-08E11CCD8318}"/>
          </ac:spMkLst>
        </pc:spChg>
        <pc:spChg chg="del">
          <ac:chgData name="Barboza-Salerno, Gia" userId="9b623e98-14e8-48e8-ab26-76a41cddf137" providerId="ADAL" clId="{B0A10E6A-74A0-4ADB-9A98-2CAB4055005B}" dt="2023-04-12T13:12:13.785" v="2531" actId="478"/>
          <ac:spMkLst>
            <pc:docMk/>
            <pc:sldMk cId="1200099129" sldId="308"/>
            <ac:spMk id="4" creationId="{77039946-AEC2-1C33-39D7-DB735749A23F}"/>
          </ac:spMkLst>
        </pc:spChg>
        <pc:spChg chg="add mod">
          <ac:chgData name="Barboza-Salerno, Gia" userId="9b623e98-14e8-48e8-ab26-76a41cddf137" providerId="ADAL" clId="{B0A10E6A-74A0-4ADB-9A98-2CAB4055005B}" dt="2023-04-13T11:50:00.300" v="5672" actId="20577"/>
          <ac:spMkLst>
            <pc:docMk/>
            <pc:sldMk cId="1200099129" sldId="308"/>
            <ac:spMk id="4" creationId="{EB5E3495-FA5F-73B9-4717-15F645FA611D}"/>
          </ac:spMkLst>
        </pc:spChg>
        <pc:spChg chg="mod">
          <ac:chgData name="Barboza-Salerno, Gia" userId="9b623e98-14e8-48e8-ab26-76a41cddf137" providerId="ADAL" clId="{B0A10E6A-74A0-4ADB-9A98-2CAB4055005B}" dt="2023-04-12T13:13:14.272" v="2547" actId="27636"/>
          <ac:spMkLst>
            <pc:docMk/>
            <pc:sldMk cId="1200099129" sldId="308"/>
            <ac:spMk id="10" creationId="{4970C357-8BFF-17E4-218A-85A6BFE6D87F}"/>
          </ac:spMkLst>
        </pc:spChg>
        <pc:picChg chg="mod">
          <ac:chgData name="Barboza-Salerno, Gia" userId="9b623e98-14e8-48e8-ab26-76a41cddf137" providerId="ADAL" clId="{B0A10E6A-74A0-4ADB-9A98-2CAB4055005B}" dt="2023-04-12T13:13:22.519" v="2550" actId="1076"/>
          <ac:picMkLst>
            <pc:docMk/>
            <pc:sldMk cId="1200099129" sldId="308"/>
            <ac:picMk id="6" creationId="{4DCC89B9-3502-0040-C9AF-8AD6739B8A29}"/>
          </ac:picMkLst>
        </pc:picChg>
      </pc:sldChg>
      <pc:sldChg chg="add del setBg">
        <pc:chgData name="Barboza-Salerno, Gia" userId="9b623e98-14e8-48e8-ab26-76a41cddf137" providerId="ADAL" clId="{B0A10E6A-74A0-4ADB-9A98-2CAB4055005B}" dt="2023-04-12T13:10:59.672" v="2521" actId="2696"/>
        <pc:sldMkLst>
          <pc:docMk/>
          <pc:sldMk cId="2731976149" sldId="308"/>
        </pc:sldMkLst>
      </pc:sldChg>
      <pc:sldChg chg="addSp delSp modSp new del mod setBg">
        <pc:chgData name="Barboza-Salerno, Gia" userId="9b623e98-14e8-48e8-ab26-76a41cddf137" providerId="ADAL" clId="{B0A10E6A-74A0-4ADB-9A98-2CAB4055005B}" dt="2023-04-11T16:02:48.794" v="1843" actId="2696"/>
        <pc:sldMkLst>
          <pc:docMk/>
          <pc:sldMk cId="3365217421" sldId="308"/>
        </pc:sldMkLst>
        <pc:spChg chg="mod">
          <ac:chgData name="Barboza-Salerno, Gia" userId="9b623e98-14e8-48e8-ab26-76a41cddf137" providerId="ADAL" clId="{B0A10E6A-74A0-4ADB-9A98-2CAB4055005B}" dt="2023-04-11T16:01:59.497" v="1834" actId="26606"/>
          <ac:spMkLst>
            <pc:docMk/>
            <pc:sldMk cId="3365217421" sldId="308"/>
            <ac:spMk id="2" creationId="{132FFD4B-4098-02D3-4E2F-F4B08B90C34E}"/>
          </ac:spMkLst>
        </pc:spChg>
        <pc:spChg chg="del">
          <ac:chgData name="Barboza-Salerno, Gia" userId="9b623e98-14e8-48e8-ab26-76a41cddf137" providerId="ADAL" clId="{B0A10E6A-74A0-4ADB-9A98-2CAB4055005B}" dt="2023-04-11T16:01:20.693" v="1833" actId="22"/>
          <ac:spMkLst>
            <pc:docMk/>
            <pc:sldMk cId="3365217421" sldId="308"/>
            <ac:spMk id="3" creationId="{2E28BED9-E044-28AC-508A-A84AEAF1DA61}"/>
          </ac:spMkLst>
        </pc:spChg>
        <pc:spChg chg="mod">
          <ac:chgData name="Barboza-Salerno, Gia" userId="9b623e98-14e8-48e8-ab26-76a41cddf137" providerId="ADAL" clId="{B0A10E6A-74A0-4ADB-9A98-2CAB4055005B}" dt="2023-04-11T16:01:59.497" v="1834" actId="26606"/>
          <ac:spMkLst>
            <pc:docMk/>
            <pc:sldMk cId="3365217421" sldId="308"/>
            <ac:spMk id="4" creationId="{77039946-AEC2-1C33-39D7-DB735749A23F}"/>
          </ac:spMkLst>
        </pc:spChg>
        <pc:spChg chg="add mod">
          <ac:chgData name="Barboza-Salerno, Gia" userId="9b623e98-14e8-48e8-ab26-76a41cddf137" providerId="ADAL" clId="{B0A10E6A-74A0-4ADB-9A98-2CAB4055005B}" dt="2023-04-11T16:02:00.848" v="1837" actId="962"/>
          <ac:spMkLst>
            <pc:docMk/>
            <pc:sldMk cId="3365217421" sldId="308"/>
            <ac:spMk id="10" creationId="{4970C357-8BFF-17E4-218A-85A6BFE6D87F}"/>
          </ac:spMkLst>
        </pc:spChg>
        <pc:picChg chg="add mod ord">
          <ac:chgData name="Barboza-Salerno, Gia" userId="9b623e98-14e8-48e8-ab26-76a41cddf137" providerId="ADAL" clId="{B0A10E6A-74A0-4ADB-9A98-2CAB4055005B}" dt="2023-04-11T16:02:00.847" v="1836" actId="27614"/>
          <ac:picMkLst>
            <pc:docMk/>
            <pc:sldMk cId="3365217421" sldId="308"/>
            <ac:picMk id="6" creationId="{4DCC89B9-3502-0040-C9AF-8AD6739B8A29}"/>
          </ac:picMkLst>
        </pc:picChg>
      </pc:sldChg>
      <pc:sldChg chg="addSp delSp modSp add mod setBg">
        <pc:chgData name="Barboza-Salerno, Gia" userId="9b623e98-14e8-48e8-ab26-76a41cddf137" providerId="ADAL" clId="{B0A10E6A-74A0-4ADB-9A98-2CAB4055005B}" dt="2023-04-13T00:13:52.237" v="5343" actId="20577"/>
        <pc:sldMkLst>
          <pc:docMk/>
          <pc:sldMk cId="938166311" sldId="309"/>
        </pc:sldMkLst>
        <pc:spChg chg="mod">
          <ac:chgData name="Barboza-Salerno, Gia" userId="9b623e98-14e8-48e8-ab26-76a41cddf137" providerId="ADAL" clId="{B0A10E6A-74A0-4ADB-9A98-2CAB4055005B}" dt="2023-04-11T16:04:19.184" v="1850" actId="26606"/>
          <ac:spMkLst>
            <pc:docMk/>
            <pc:sldMk cId="938166311" sldId="309"/>
            <ac:spMk id="2" creationId="{4CCA36AC-0E38-8A5C-B074-FCD19E5A84CF}"/>
          </ac:spMkLst>
        </pc:spChg>
        <pc:spChg chg="mod">
          <ac:chgData name="Barboza-Salerno, Gia" userId="9b623e98-14e8-48e8-ab26-76a41cddf137" providerId="ADAL" clId="{B0A10E6A-74A0-4ADB-9A98-2CAB4055005B}" dt="2023-04-13T00:13:52.237" v="5343" actId="20577"/>
          <ac:spMkLst>
            <pc:docMk/>
            <pc:sldMk cId="938166311" sldId="309"/>
            <ac:spMk id="3" creationId="{FADEA9B7-3CBC-6B49-DB64-B1094615DD70}"/>
          </ac:spMkLst>
        </pc:spChg>
        <pc:spChg chg="del">
          <ac:chgData name="Barboza-Salerno, Gia" userId="9b623e98-14e8-48e8-ab26-76a41cddf137" providerId="ADAL" clId="{B0A10E6A-74A0-4ADB-9A98-2CAB4055005B}" dt="2023-04-11T16:03:42.774" v="1846" actId="478"/>
          <ac:spMkLst>
            <pc:docMk/>
            <pc:sldMk cId="938166311" sldId="309"/>
            <ac:spMk id="4" creationId="{74619F12-5334-9291-0F0B-C54A57AC6E32}"/>
          </ac:spMkLst>
        </pc:spChg>
        <pc:spChg chg="add mod">
          <ac:chgData name="Barboza-Salerno, Gia" userId="9b623e98-14e8-48e8-ab26-76a41cddf137" providerId="ADAL" clId="{B0A10E6A-74A0-4ADB-9A98-2CAB4055005B}" dt="2023-04-12T13:33:31.640" v="2793" actId="1076"/>
          <ac:spMkLst>
            <pc:docMk/>
            <pc:sldMk cId="938166311" sldId="309"/>
            <ac:spMk id="6" creationId="{98A5AD7A-AA74-D9E3-A33F-A7ADE8B9817D}"/>
          </ac:spMkLst>
        </pc:spChg>
        <pc:picChg chg="add mod">
          <ac:chgData name="Barboza-Salerno, Gia" userId="9b623e98-14e8-48e8-ab26-76a41cddf137" providerId="ADAL" clId="{B0A10E6A-74A0-4ADB-9A98-2CAB4055005B}" dt="2023-04-12T13:33:26.334" v="2791" actId="1076"/>
          <ac:picMkLst>
            <pc:docMk/>
            <pc:sldMk cId="938166311" sldId="309"/>
            <ac:picMk id="5" creationId="{DA6B96F8-663F-97BA-22B4-68645BBB8F83}"/>
          </ac:picMkLst>
        </pc:picChg>
      </pc:sldChg>
      <pc:sldChg chg="modSp new del mod">
        <pc:chgData name="Barboza-Salerno, Gia" userId="9b623e98-14e8-48e8-ab26-76a41cddf137" providerId="ADAL" clId="{B0A10E6A-74A0-4ADB-9A98-2CAB4055005B}" dt="2023-04-11T16:02:48.794" v="1843" actId="2696"/>
        <pc:sldMkLst>
          <pc:docMk/>
          <pc:sldMk cId="3413623652" sldId="309"/>
        </pc:sldMkLst>
        <pc:spChg chg="mod">
          <ac:chgData name="Barboza-Salerno, Gia" userId="9b623e98-14e8-48e8-ab26-76a41cddf137" providerId="ADAL" clId="{B0A10E6A-74A0-4ADB-9A98-2CAB4055005B}" dt="2023-04-11T16:02:37.950" v="1842"/>
          <ac:spMkLst>
            <pc:docMk/>
            <pc:sldMk cId="3413623652" sldId="309"/>
            <ac:spMk id="2" creationId="{4CCA36AC-0E38-8A5C-B074-FCD19E5A84CF}"/>
          </ac:spMkLst>
        </pc:spChg>
      </pc:sldChg>
      <pc:sldChg chg="addSp delSp modSp new mod setBg">
        <pc:chgData name="Barboza-Salerno, Gia" userId="9b623e98-14e8-48e8-ab26-76a41cddf137" providerId="ADAL" clId="{B0A10E6A-74A0-4ADB-9A98-2CAB4055005B}" dt="2023-04-12T13:38:07.295" v="2864" actId="20577"/>
        <pc:sldMkLst>
          <pc:docMk/>
          <pc:sldMk cId="3455302692" sldId="310"/>
        </pc:sldMkLst>
        <pc:spChg chg="mod">
          <ac:chgData name="Barboza-Salerno, Gia" userId="9b623e98-14e8-48e8-ab26-76a41cddf137" providerId="ADAL" clId="{B0A10E6A-74A0-4ADB-9A98-2CAB4055005B}" dt="2023-04-12T13:38:07.295" v="2864" actId="20577"/>
          <ac:spMkLst>
            <pc:docMk/>
            <pc:sldMk cId="3455302692" sldId="310"/>
            <ac:spMk id="2" creationId="{D8E1A351-7A65-8B27-421F-A38F844FB6B2}"/>
          </ac:spMkLst>
        </pc:spChg>
        <pc:spChg chg="del">
          <ac:chgData name="Barboza-Salerno, Gia" userId="9b623e98-14e8-48e8-ab26-76a41cddf137" providerId="ADAL" clId="{B0A10E6A-74A0-4ADB-9A98-2CAB4055005B}" dt="2023-04-11T16:07:58.716" v="2107"/>
          <ac:spMkLst>
            <pc:docMk/>
            <pc:sldMk cId="3455302692" sldId="310"/>
            <ac:spMk id="3" creationId="{5AF6E3CD-0FA0-153B-608C-D5DFC5A89967}"/>
          </ac:spMkLst>
        </pc:spChg>
        <pc:spChg chg="add del mod">
          <ac:chgData name="Barboza-Salerno, Gia" userId="9b623e98-14e8-48e8-ab26-76a41cddf137" providerId="ADAL" clId="{B0A10E6A-74A0-4ADB-9A98-2CAB4055005B}" dt="2023-04-12T13:37:13.312" v="2851" actId="478"/>
          <ac:spMkLst>
            <pc:docMk/>
            <pc:sldMk cId="3455302692" sldId="310"/>
            <ac:spMk id="3" creationId="{6577037B-DB07-019D-2A62-C4A55AA3D7EB}"/>
          </ac:spMkLst>
        </pc:spChg>
        <pc:spChg chg="del mod ord">
          <ac:chgData name="Barboza-Salerno, Gia" userId="9b623e98-14e8-48e8-ab26-76a41cddf137" providerId="ADAL" clId="{B0A10E6A-74A0-4ADB-9A98-2CAB4055005B}" dt="2023-04-11T16:08:08.783" v="2109" actId="478"/>
          <ac:spMkLst>
            <pc:docMk/>
            <pc:sldMk cId="3455302692" sldId="310"/>
            <ac:spMk id="4" creationId="{0BA596DB-A09C-94A6-5295-9A883D652B80}"/>
          </ac:spMkLst>
        </pc:spChg>
        <pc:spChg chg="add mod">
          <ac:chgData name="Barboza-Salerno, Gia" userId="9b623e98-14e8-48e8-ab26-76a41cddf137" providerId="ADAL" clId="{B0A10E6A-74A0-4ADB-9A98-2CAB4055005B}" dt="2023-04-12T13:37:10.594" v="2850" actId="404"/>
          <ac:spMkLst>
            <pc:docMk/>
            <pc:sldMk cId="3455302692" sldId="310"/>
            <ac:spMk id="4" creationId="{ED7FE054-67D2-C2C8-56BC-DE2DD72F8FEC}"/>
          </ac:spMkLst>
        </pc:spChg>
        <pc:spChg chg="add mod">
          <ac:chgData name="Barboza-Salerno, Gia" userId="9b623e98-14e8-48e8-ab26-76a41cddf137" providerId="ADAL" clId="{B0A10E6A-74A0-4ADB-9A98-2CAB4055005B}" dt="2023-04-11T16:10:58.609" v="2295" actId="20577"/>
          <ac:spMkLst>
            <pc:docMk/>
            <pc:sldMk cId="3455302692" sldId="310"/>
            <ac:spMk id="1030" creationId="{6883B725-2975-9254-E69D-726B8F1755C4}"/>
          </ac:spMkLst>
        </pc:spChg>
        <pc:picChg chg="add mod">
          <ac:chgData name="Barboza-Salerno, Gia" userId="9b623e98-14e8-48e8-ab26-76a41cddf137" providerId="ADAL" clId="{B0A10E6A-74A0-4ADB-9A98-2CAB4055005B}" dt="2023-04-11T16:08:03.052" v="2108" actId="26606"/>
          <ac:picMkLst>
            <pc:docMk/>
            <pc:sldMk cId="3455302692" sldId="310"/>
            <ac:picMk id="1026" creationId="{0AEABD5D-5795-E47C-4280-C3ACB2265215}"/>
          </ac:picMkLst>
        </pc:picChg>
      </pc:sldChg>
      <pc:sldChg chg="addSp delSp modSp add mod setBg setClrOvrMap delDesignElem">
        <pc:chgData name="Barboza-Salerno, Gia" userId="9b623e98-14e8-48e8-ab26-76a41cddf137" providerId="ADAL" clId="{B0A10E6A-74A0-4ADB-9A98-2CAB4055005B}" dt="2023-04-12T18:21:20.504" v="5254" actId="26606"/>
        <pc:sldMkLst>
          <pc:docMk/>
          <pc:sldMk cId="3789030393" sldId="311"/>
        </pc:sldMkLst>
        <pc:spChg chg="mod">
          <ac:chgData name="Barboza-Salerno, Gia" userId="9b623e98-14e8-48e8-ab26-76a41cddf137" providerId="ADAL" clId="{B0A10E6A-74A0-4ADB-9A98-2CAB4055005B}" dt="2023-04-12T18:21:20.504" v="5254" actId="26606"/>
          <ac:spMkLst>
            <pc:docMk/>
            <pc:sldMk cId="3789030393" sldId="311"/>
            <ac:spMk id="2" creationId="{C90EAEDC-260C-9B58-0FA6-ED7DDF6BC612}"/>
          </ac:spMkLst>
        </pc:spChg>
        <pc:spChg chg="mod">
          <ac:chgData name="Barboza-Salerno, Gia" userId="9b623e98-14e8-48e8-ab26-76a41cddf137" providerId="ADAL" clId="{B0A10E6A-74A0-4ADB-9A98-2CAB4055005B}" dt="2023-04-12T18:21:20.504" v="5254" actId="26606"/>
          <ac:spMkLst>
            <pc:docMk/>
            <pc:sldMk cId="3789030393" sldId="311"/>
            <ac:spMk id="3" creationId="{2A31EBDA-0281-D225-1404-B1AE7ACD0079}"/>
          </ac:spMkLst>
        </pc:spChg>
        <pc:spChg chg="del">
          <ac:chgData name="Barboza-Salerno, Gia" userId="9b623e98-14e8-48e8-ab26-76a41cddf137" providerId="ADAL" clId="{B0A10E6A-74A0-4ADB-9A98-2CAB4055005B}" dt="2023-04-12T13:07:43.993" v="2472"/>
          <ac:spMkLst>
            <pc:docMk/>
            <pc:sldMk cId="3789030393" sldId="311"/>
            <ac:spMk id="9" creationId="{6CCA5F87-1D1E-45CB-8D83-FC7EEFAD9935}"/>
          </ac:spMkLst>
        </pc:spChg>
        <pc:spChg chg="add">
          <ac:chgData name="Barboza-Salerno, Gia" userId="9b623e98-14e8-48e8-ab26-76a41cddf137" providerId="ADAL" clId="{B0A10E6A-74A0-4ADB-9A98-2CAB4055005B}" dt="2023-04-12T18:21:20.504" v="5254" actId="26606"/>
          <ac:spMkLst>
            <pc:docMk/>
            <pc:sldMk cId="3789030393" sldId="311"/>
            <ac:spMk id="10" creationId="{0671A8AE-40A1-4631-A6B8-581AFF065482}"/>
          </ac:spMkLst>
        </pc:spChg>
        <pc:spChg chg="del">
          <ac:chgData name="Barboza-Salerno, Gia" userId="9b623e98-14e8-48e8-ab26-76a41cddf137" providerId="ADAL" clId="{B0A10E6A-74A0-4ADB-9A98-2CAB4055005B}" dt="2023-04-12T13:07:43.993" v="2472"/>
          <ac:spMkLst>
            <pc:docMk/>
            <pc:sldMk cId="3789030393" sldId="311"/>
            <ac:spMk id="11" creationId="{7CCFC2C6-6238-4A2F-93DE-2ADF74AF635E}"/>
          </ac:spMkLst>
        </pc:spChg>
        <pc:spChg chg="add">
          <ac:chgData name="Barboza-Salerno, Gia" userId="9b623e98-14e8-48e8-ab26-76a41cddf137" providerId="ADAL" clId="{B0A10E6A-74A0-4ADB-9A98-2CAB4055005B}" dt="2023-04-12T18:21:20.504" v="5254" actId="26606"/>
          <ac:spMkLst>
            <pc:docMk/>
            <pc:sldMk cId="3789030393" sldId="311"/>
            <ac:spMk id="12" creationId="{AB58EF07-17C2-48CF-ABB0-EEF1F17CB8F0}"/>
          </ac:spMkLst>
        </pc:spChg>
        <pc:spChg chg="del">
          <ac:chgData name="Barboza-Salerno, Gia" userId="9b623e98-14e8-48e8-ab26-76a41cddf137" providerId="ADAL" clId="{B0A10E6A-74A0-4ADB-9A98-2CAB4055005B}" dt="2023-04-12T13:07:43.993" v="2472"/>
          <ac:spMkLst>
            <pc:docMk/>
            <pc:sldMk cId="3789030393" sldId="311"/>
            <ac:spMk id="13" creationId="{AF2F604E-43BE-4DC3-B983-E071523364F8}"/>
          </ac:spMkLst>
        </pc:spChg>
        <pc:spChg chg="add">
          <ac:chgData name="Barboza-Salerno, Gia" userId="9b623e98-14e8-48e8-ab26-76a41cddf137" providerId="ADAL" clId="{B0A10E6A-74A0-4ADB-9A98-2CAB4055005B}" dt="2023-04-12T18:21:20.504" v="5254" actId="26606"/>
          <ac:spMkLst>
            <pc:docMk/>
            <pc:sldMk cId="3789030393" sldId="311"/>
            <ac:spMk id="14" creationId="{AF2F604E-43BE-4DC3-B983-E071523364F8}"/>
          </ac:spMkLst>
        </pc:spChg>
        <pc:spChg chg="del">
          <ac:chgData name="Barboza-Salerno, Gia" userId="9b623e98-14e8-48e8-ab26-76a41cddf137" providerId="ADAL" clId="{B0A10E6A-74A0-4ADB-9A98-2CAB4055005B}" dt="2023-04-12T13:07:43.993" v="2472"/>
          <ac:spMkLst>
            <pc:docMk/>
            <pc:sldMk cId="3789030393" sldId="311"/>
            <ac:spMk id="15" creationId="{08C9B587-E65E-4B52-B37C-ABEBB6E87928}"/>
          </ac:spMkLst>
        </pc:spChg>
        <pc:spChg chg="add">
          <ac:chgData name="Barboza-Salerno, Gia" userId="9b623e98-14e8-48e8-ab26-76a41cddf137" providerId="ADAL" clId="{B0A10E6A-74A0-4ADB-9A98-2CAB4055005B}" dt="2023-04-12T18:21:20.504" v="5254" actId="26606"/>
          <ac:spMkLst>
            <pc:docMk/>
            <pc:sldMk cId="3789030393" sldId="311"/>
            <ac:spMk id="16" creationId="{08C9B587-E65E-4B52-B37C-ABEBB6E87928}"/>
          </ac:spMkLst>
        </pc:spChg>
        <pc:picChg chg="mod">
          <ac:chgData name="Barboza-Salerno, Gia" userId="9b623e98-14e8-48e8-ab26-76a41cddf137" providerId="ADAL" clId="{B0A10E6A-74A0-4ADB-9A98-2CAB4055005B}" dt="2023-04-12T18:21:20.504" v="5254" actId="26606"/>
          <ac:picMkLst>
            <pc:docMk/>
            <pc:sldMk cId="3789030393" sldId="311"/>
            <ac:picMk id="5" creationId="{467EF70A-DF13-ECCD-2201-25A5E0B2E7D3}"/>
          </ac:picMkLst>
        </pc:picChg>
      </pc:sldChg>
      <pc:sldChg chg="addSp delSp modSp new mod setBg">
        <pc:chgData name="Barboza-Salerno, Gia" userId="9b623e98-14e8-48e8-ab26-76a41cddf137" providerId="ADAL" clId="{B0A10E6A-74A0-4ADB-9A98-2CAB4055005B}" dt="2023-04-12T15:05:35.189" v="4369" actId="1076"/>
        <pc:sldMkLst>
          <pc:docMk/>
          <pc:sldMk cId="3846076877" sldId="312"/>
        </pc:sldMkLst>
        <pc:spChg chg="mod">
          <ac:chgData name="Barboza-Salerno, Gia" userId="9b623e98-14e8-48e8-ab26-76a41cddf137" providerId="ADAL" clId="{B0A10E6A-74A0-4ADB-9A98-2CAB4055005B}" dt="2023-04-12T15:05:00.242" v="4355" actId="26606"/>
          <ac:spMkLst>
            <pc:docMk/>
            <pc:sldMk cId="3846076877" sldId="312"/>
            <ac:spMk id="2" creationId="{61D742A6-D35E-4DA3-7B2A-8A197AB2A0FF}"/>
          </ac:spMkLst>
        </pc:spChg>
        <pc:spChg chg="mod ord">
          <ac:chgData name="Barboza-Salerno, Gia" userId="9b623e98-14e8-48e8-ab26-76a41cddf137" providerId="ADAL" clId="{B0A10E6A-74A0-4ADB-9A98-2CAB4055005B}" dt="2023-04-12T15:05:00.242" v="4355" actId="26606"/>
          <ac:spMkLst>
            <pc:docMk/>
            <pc:sldMk cId="3846076877" sldId="312"/>
            <ac:spMk id="3" creationId="{9544979D-1753-A417-B791-30D9B58E01A6}"/>
          </ac:spMkLst>
        </pc:spChg>
        <pc:spChg chg="del">
          <ac:chgData name="Barboza-Salerno, Gia" userId="9b623e98-14e8-48e8-ab26-76a41cddf137" providerId="ADAL" clId="{B0A10E6A-74A0-4ADB-9A98-2CAB4055005B}" dt="2023-04-12T13:58:17.285" v="3269" actId="478"/>
          <ac:spMkLst>
            <pc:docMk/>
            <pc:sldMk cId="3846076877" sldId="312"/>
            <ac:spMk id="4" creationId="{984B068E-D190-BCF4-86F2-C27C0F7248ED}"/>
          </ac:spMkLst>
        </pc:spChg>
        <pc:spChg chg="add del">
          <ac:chgData name="Barboza-Salerno, Gia" userId="9b623e98-14e8-48e8-ab26-76a41cddf137" providerId="ADAL" clId="{B0A10E6A-74A0-4ADB-9A98-2CAB4055005B}" dt="2023-04-12T14:09:45.777" v="3579" actId="26606"/>
          <ac:spMkLst>
            <pc:docMk/>
            <pc:sldMk cId="3846076877" sldId="312"/>
            <ac:spMk id="10" creationId="{4FAE1107-CEC3-4041-8BAA-CDB6F6759B35}"/>
          </ac:spMkLst>
        </pc:spChg>
        <pc:spChg chg="add del">
          <ac:chgData name="Barboza-Salerno, Gia" userId="9b623e98-14e8-48e8-ab26-76a41cddf137" providerId="ADAL" clId="{B0A10E6A-74A0-4ADB-9A98-2CAB4055005B}" dt="2023-04-12T15:04:59.762" v="4352" actId="26606"/>
          <ac:spMkLst>
            <pc:docMk/>
            <pc:sldMk cId="3846076877" sldId="312"/>
            <ac:spMk id="1031" creationId="{CA4D39DB-AFA4-47BA-A7F2-13A71D210C66}"/>
          </ac:spMkLst>
        </pc:spChg>
        <pc:spChg chg="add del">
          <ac:chgData name="Barboza-Salerno, Gia" userId="9b623e98-14e8-48e8-ab26-76a41cddf137" providerId="ADAL" clId="{B0A10E6A-74A0-4ADB-9A98-2CAB4055005B}" dt="2023-04-12T15:05:00.240" v="4354" actId="26606"/>
          <ac:spMkLst>
            <pc:docMk/>
            <pc:sldMk cId="3846076877" sldId="312"/>
            <ac:spMk id="1034" creationId="{4FAE1107-CEC3-4041-8BAA-CDB6F6759B35}"/>
          </ac:spMkLst>
        </pc:spChg>
        <pc:graphicFrameChg chg="add del mod modGraphic">
          <ac:chgData name="Barboza-Salerno, Gia" userId="9b623e98-14e8-48e8-ab26-76a41cddf137" providerId="ADAL" clId="{B0A10E6A-74A0-4ADB-9A98-2CAB4055005B}" dt="2023-04-12T14:09:48.180" v="3580" actId="21"/>
          <ac:graphicFrameMkLst>
            <pc:docMk/>
            <pc:sldMk cId="3846076877" sldId="312"/>
            <ac:graphicFrameMk id="5" creationId="{74BEC9E0-5652-C9AC-0040-8B4A00E0B1BB}"/>
          </ac:graphicFrameMkLst>
        </pc:graphicFrameChg>
        <pc:picChg chg="add mod">
          <ac:chgData name="Barboza-Salerno, Gia" userId="9b623e98-14e8-48e8-ab26-76a41cddf137" providerId="ADAL" clId="{B0A10E6A-74A0-4ADB-9A98-2CAB4055005B}" dt="2023-04-12T15:05:33.820" v="4368" actId="1076"/>
          <ac:picMkLst>
            <pc:docMk/>
            <pc:sldMk cId="3846076877" sldId="312"/>
            <ac:picMk id="6" creationId="{9B9B2032-6C20-4492-307C-5662544B4E67}"/>
          </ac:picMkLst>
        </pc:picChg>
        <pc:picChg chg="add mod">
          <ac:chgData name="Barboza-Salerno, Gia" userId="9b623e98-14e8-48e8-ab26-76a41cddf137" providerId="ADAL" clId="{B0A10E6A-74A0-4ADB-9A98-2CAB4055005B}" dt="2023-04-12T15:05:35.189" v="4369" actId="1076"/>
          <ac:picMkLst>
            <pc:docMk/>
            <pc:sldMk cId="3846076877" sldId="312"/>
            <ac:picMk id="1026" creationId="{1C83987A-EB4E-A52F-FD2E-CC22394734E4}"/>
          </ac:picMkLst>
        </pc:picChg>
        <pc:cxnChg chg="add del">
          <ac:chgData name="Barboza-Salerno, Gia" userId="9b623e98-14e8-48e8-ab26-76a41cddf137" providerId="ADAL" clId="{B0A10E6A-74A0-4ADB-9A98-2CAB4055005B}" dt="2023-04-12T14:09:45.777" v="3579" actId="26606"/>
          <ac:cxnSpMkLst>
            <pc:docMk/>
            <pc:sldMk cId="3846076877" sldId="312"/>
            <ac:cxnSpMk id="12" creationId="{1AEA88FB-F5DD-45CE-AAE1-7B33D0ABDD25}"/>
          </ac:cxnSpMkLst>
        </pc:cxnChg>
        <pc:cxnChg chg="add del">
          <ac:chgData name="Barboza-Salerno, Gia" userId="9b623e98-14e8-48e8-ab26-76a41cddf137" providerId="ADAL" clId="{B0A10E6A-74A0-4ADB-9A98-2CAB4055005B}" dt="2023-04-12T15:05:00.240" v="4354" actId="26606"/>
          <ac:cxnSpMkLst>
            <pc:docMk/>
            <pc:sldMk cId="3846076877" sldId="312"/>
            <ac:cxnSpMk id="1033" creationId="{1AEA88FB-F5DD-45CE-AAE1-7B33D0ABDD25}"/>
          </ac:cxnSpMkLst>
        </pc:cxnChg>
      </pc:sldChg>
      <pc:sldChg chg="addSp delSp modSp new mod setBg modClrScheme delDesignElem chgLayout modNotesTx">
        <pc:chgData name="Barboza-Salerno, Gia" userId="9b623e98-14e8-48e8-ab26-76a41cddf137" providerId="ADAL" clId="{B0A10E6A-74A0-4ADB-9A98-2CAB4055005B}" dt="2023-04-12T14:32:59.509" v="3724" actId="478"/>
        <pc:sldMkLst>
          <pc:docMk/>
          <pc:sldMk cId="2121509736" sldId="313"/>
        </pc:sldMkLst>
        <pc:spChg chg="mod ord">
          <ac:chgData name="Barboza-Salerno, Gia" userId="9b623e98-14e8-48e8-ab26-76a41cddf137" providerId="ADAL" clId="{B0A10E6A-74A0-4ADB-9A98-2CAB4055005B}" dt="2023-04-12T14:14:48.965" v="3656" actId="207"/>
          <ac:spMkLst>
            <pc:docMk/>
            <pc:sldMk cId="2121509736" sldId="313"/>
            <ac:spMk id="2" creationId="{B5351AFD-6336-6BA4-791D-DA1A39CF50C9}"/>
          </ac:spMkLst>
        </pc:spChg>
        <pc:spChg chg="del">
          <ac:chgData name="Barboza-Salerno, Gia" userId="9b623e98-14e8-48e8-ab26-76a41cddf137" providerId="ADAL" clId="{B0A10E6A-74A0-4ADB-9A98-2CAB4055005B}" dt="2023-04-12T14:09:51.931" v="3582"/>
          <ac:spMkLst>
            <pc:docMk/>
            <pc:sldMk cId="2121509736" sldId="313"/>
            <ac:spMk id="3" creationId="{99A0AE5A-50F8-0628-E8B9-A81500CE1321}"/>
          </ac:spMkLst>
        </pc:spChg>
        <pc:spChg chg="del">
          <ac:chgData name="Barboza-Salerno, Gia" userId="9b623e98-14e8-48e8-ab26-76a41cddf137" providerId="ADAL" clId="{B0A10E6A-74A0-4ADB-9A98-2CAB4055005B}" dt="2023-04-12T14:09:53.920" v="3583" actId="478"/>
          <ac:spMkLst>
            <pc:docMk/>
            <pc:sldMk cId="2121509736" sldId="313"/>
            <ac:spMk id="4" creationId="{4138506A-D6DC-F16B-03DC-C83F6AE6DF0E}"/>
          </ac:spMkLst>
        </pc:spChg>
        <pc:spChg chg="add del mod ord">
          <ac:chgData name="Barboza-Salerno, Gia" userId="9b623e98-14e8-48e8-ab26-76a41cddf137" providerId="ADAL" clId="{B0A10E6A-74A0-4ADB-9A98-2CAB4055005B}" dt="2023-04-12T14:15:06.064" v="3663" actId="478"/>
          <ac:spMkLst>
            <pc:docMk/>
            <pc:sldMk cId="2121509736" sldId="313"/>
            <ac:spMk id="6" creationId="{53039069-FDD1-BC68-3933-9275B9939DA6}"/>
          </ac:spMkLst>
        </pc:spChg>
        <pc:spChg chg="add mod">
          <ac:chgData name="Barboza-Salerno, Gia" userId="9b623e98-14e8-48e8-ab26-76a41cddf137" providerId="ADAL" clId="{B0A10E6A-74A0-4ADB-9A98-2CAB4055005B}" dt="2023-04-12T14:25:46.589" v="3689" actId="207"/>
          <ac:spMkLst>
            <pc:docMk/>
            <pc:sldMk cId="2121509736" sldId="313"/>
            <ac:spMk id="12" creationId="{1E2CF198-DC30-7AF4-5251-694BCAEDBC5E}"/>
          </ac:spMkLst>
        </pc:spChg>
        <pc:spChg chg="add del">
          <ac:chgData name="Barboza-Salerno, Gia" userId="9b623e98-14e8-48e8-ab26-76a41cddf137" providerId="ADAL" clId="{B0A10E6A-74A0-4ADB-9A98-2CAB4055005B}" dt="2023-04-12T14:10:16.618" v="3593" actId="26606"/>
          <ac:spMkLst>
            <pc:docMk/>
            <pc:sldMk cId="2121509736" sldId="313"/>
            <ac:spMk id="13" creationId="{4FAE1107-CEC3-4041-8BAA-CDB6F6759B35}"/>
          </ac:spMkLst>
        </pc:spChg>
        <pc:spChg chg="add del">
          <ac:chgData name="Barboza-Salerno, Gia" userId="9b623e98-14e8-48e8-ab26-76a41cddf137" providerId="ADAL" clId="{B0A10E6A-74A0-4ADB-9A98-2CAB4055005B}" dt="2023-04-12T14:10:17.916" v="3595" actId="26606"/>
          <ac:spMkLst>
            <pc:docMk/>
            <pc:sldMk cId="2121509736" sldId="313"/>
            <ac:spMk id="19" creationId="{CBDDD243-ED5F-4896-B18B-ABCF4B7E12C9}"/>
          </ac:spMkLst>
        </pc:spChg>
        <pc:spChg chg="add del">
          <ac:chgData name="Barboza-Salerno, Gia" userId="9b623e98-14e8-48e8-ab26-76a41cddf137" providerId="ADAL" clId="{B0A10E6A-74A0-4ADB-9A98-2CAB4055005B}" dt="2023-04-12T14:10:17.916" v="3595" actId="26606"/>
          <ac:spMkLst>
            <pc:docMk/>
            <pc:sldMk cId="2121509736" sldId="313"/>
            <ac:spMk id="20" creationId="{319E6BB3-DF2B-4751-97C5-B3DB949AED9A}"/>
          </ac:spMkLst>
        </pc:spChg>
        <pc:spChg chg="add del">
          <ac:chgData name="Barboza-Salerno, Gia" userId="9b623e98-14e8-48e8-ab26-76a41cddf137" providerId="ADAL" clId="{B0A10E6A-74A0-4ADB-9A98-2CAB4055005B}" dt="2023-04-12T14:14:44.611" v="3655" actId="700"/>
          <ac:spMkLst>
            <pc:docMk/>
            <pc:sldMk cId="2121509736" sldId="313"/>
            <ac:spMk id="23" creationId="{4FAE1107-CEC3-4041-8BAA-CDB6F6759B35}"/>
          </ac:spMkLst>
        </pc:spChg>
        <pc:spChg chg="add del">
          <ac:chgData name="Barboza-Salerno, Gia" userId="9b623e98-14e8-48e8-ab26-76a41cddf137" providerId="ADAL" clId="{B0A10E6A-74A0-4ADB-9A98-2CAB4055005B}" dt="2023-04-12T14:32:13.917" v="3717" actId="22"/>
          <ac:spMkLst>
            <pc:docMk/>
            <pc:sldMk cId="2121509736" sldId="313"/>
            <ac:spMk id="27" creationId="{B8E13A8D-54BC-16F2-7E32-A2E07E643303}"/>
          </ac:spMkLst>
        </pc:spChg>
        <pc:graphicFrameChg chg="add mod ord modGraphic">
          <ac:chgData name="Barboza-Salerno, Gia" userId="9b623e98-14e8-48e8-ab26-76a41cddf137" providerId="ADAL" clId="{B0A10E6A-74A0-4ADB-9A98-2CAB4055005B}" dt="2023-04-12T14:25:27.954" v="3687" actId="931"/>
          <ac:graphicFrameMkLst>
            <pc:docMk/>
            <pc:sldMk cId="2121509736" sldId="313"/>
            <ac:graphicFrameMk id="5" creationId="{A7155530-911C-F3F2-DBD9-8EF8A0DA4F9C}"/>
          </ac:graphicFrameMkLst>
        </pc:graphicFrameChg>
        <pc:graphicFrameChg chg="add mod">
          <ac:chgData name="Barboza-Salerno, Gia" userId="9b623e98-14e8-48e8-ab26-76a41cddf137" providerId="ADAL" clId="{B0A10E6A-74A0-4ADB-9A98-2CAB4055005B}" dt="2023-04-12T14:23:54.177" v="3668"/>
          <ac:graphicFrameMkLst>
            <pc:docMk/>
            <pc:sldMk cId="2121509736" sldId="313"/>
            <ac:graphicFrameMk id="7" creationId="{99C4E4A4-0F52-EC26-8A7C-AC756D171A01}"/>
          </ac:graphicFrameMkLst>
        </pc:graphicFrameChg>
        <pc:graphicFrameChg chg="add mod">
          <ac:chgData name="Barboza-Salerno, Gia" userId="9b623e98-14e8-48e8-ab26-76a41cddf137" providerId="ADAL" clId="{B0A10E6A-74A0-4ADB-9A98-2CAB4055005B}" dt="2023-04-12T14:24:20.990" v="3675"/>
          <ac:graphicFrameMkLst>
            <pc:docMk/>
            <pc:sldMk cId="2121509736" sldId="313"/>
            <ac:graphicFrameMk id="9" creationId="{99C4E4A4-0F52-EC26-8A7C-AC756D171A01}"/>
          </ac:graphicFrameMkLst>
        </pc:graphicFrameChg>
        <pc:picChg chg="add del mod">
          <ac:chgData name="Barboza-Salerno, Gia" userId="9b623e98-14e8-48e8-ab26-76a41cddf137" providerId="ADAL" clId="{B0A10E6A-74A0-4ADB-9A98-2CAB4055005B}" dt="2023-04-12T14:24:05.035" v="3672" actId="478"/>
          <ac:picMkLst>
            <pc:docMk/>
            <pc:sldMk cId="2121509736" sldId="313"/>
            <ac:picMk id="8" creationId="{75307618-A47B-16A7-3DB6-5E138DBC64D4}"/>
          </ac:picMkLst>
        </pc:picChg>
        <pc:picChg chg="add mod">
          <ac:chgData name="Barboza-Salerno, Gia" userId="9b623e98-14e8-48e8-ab26-76a41cddf137" providerId="ADAL" clId="{B0A10E6A-74A0-4ADB-9A98-2CAB4055005B}" dt="2023-04-12T14:25:04.601" v="3686" actId="1076"/>
          <ac:picMkLst>
            <pc:docMk/>
            <pc:sldMk cId="2121509736" sldId="313"/>
            <ac:picMk id="10" creationId="{68B3652D-5D60-601D-1615-4BEB41C3A58E}"/>
          </ac:picMkLst>
        </pc:picChg>
        <pc:cxnChg chg="add del">
          <ac:chgData name="Barboza-Salerno, Gia" userId="9b623e98-14e8-48e8-ab26-76a41cddf137" providerId="ADAL" clId="{B0A10E6A-74A0-4ADB-9A98-2CAB4055005B}" dt="2023-04-12T14:10:16.618" v="3593" actId="26606"/>
          <ac:cxnSpMkLst>
            <pc:docMk/>
            <pc:sldMk cId="2121509736" sldId="313"/>
            <ac:cxnSpMk id="11" creationId="{9200C8B5-FB5A-4F8B-A9BD-693C051418A3}"/>
          </ac:cxnSpMkLst>
        </pc:cxnChg>
        <pc:cxnChg chg="add del">
          <ac:chgData name="Barboza-Salerno, Gia" userId="9b623e98-14e8-48e8-ab26-76a41cddf137" providerId="ADAL" clId="{B0A10E6A-74A0-4ADB-9A98-2CAB4055005B}" dt="2023-04-12T14:10:16.618" v="3593" actId="26606"/>
          <ac:cxnSpMkLst>
            <pc:docMk/>
            <pc:sldMk cId="2121509736" sldId="313"/>
            <ac:cxnSpMk id="15" creationId="{1AEA88FB-F5DD-45CE-AAE1-7B33D0ABDD25}"/>
          </ac:cxnSpMkLst>
        </pc:cxnChg>
        <pc:cxnChg chg="add mod">
          <ac:chgData name="Barboza-Salerno, Gia" userId="9b623e98-14e8-48e8-ab26-76a41cddf137" providerId="ADAL" clId="{B0A10E6A-74A0-4ADB-9A98-2CAB4055005B}" dt="2023-04-12T14:26:01.319" v="3691" actId="13822"/>
          <ac:cxnSpMkLst>
            <pc:docMk/>
            <pc:sldMk cId="2121509736" sldId="313"/>
            <ac:cxnSpMk id="16" creationId="{93E11ECA-CE9E-2E1F-4F69-29E2BA3DBFCF}"/>
          </ac:cxnSpMkLst>
        </pc:cxnChg>
        <pc:cxnChg chg="add del">
          <ac:chgData name="Barboza-Salerno, Gia" userId="9b623e98-14e8-48e8-ab26-76a41cddf137" providerId="ADAL" clId="{B0A10E6A-74A0-4ADB-9A98-2CAB4055005B}" dt="2023-04-12T14:10:17.916" v="3595" actId="26606"/>
          <ac:cxnSpMkLst>
            <pc:docMk/>
            <pc:sldMk cId="2121509736" sldId="313"/>
            <ac:cxnSpMk id="17" creationId="{A61721DD-D110-44EE-82A7-D56AB687E614}"/>
          </ac:cxnSpMkLst>
        </pc:cxnChg>
        <pc:cxnChg chg="add del">
          <ac:chgData name="Barboza-Salerno, Gia" userId="9b623e98-14e8-48e8-ab26-76a41cddf137" providerId="ADAL" clId="{B0A10E6A-74A0-4ADB-9A98-2CAB4055005B}" dt="2023-04-12T14:10:17.916" v="3595" actId="26606"/>
          <ac:cxnSpMkLst>
            <pc:docMk/>
            <pc:sldMk cId="2121509736" sldId="313"/>
            <ac:cxnSpMk id="18" creationId="{9200C8B5-FB5A-4F8B-A9BD-693C051418A3}"/>
          </ac:cxnSpMkLst>
        </pc:cxnChg>
        <pc:cxnChg chg="add del">
          <ac:chgData name="Barboza-Salerno, Gia" userId="9b623e98-14e8-48e8-ab26-76a41cddf137" providerId="ADAL" clId="{B0A10E6A-74A0-4ADB-9A98-2CAB4055005B}" dt="2023-04-12T14:14:44.611" v="3655" actId="700"/>
          <ac:cxnSpMkLst>
            <pc:docMk/>
            <pc:sldMk cId="2121509736" sldId="313"/>
            <ac:cxnSpMk id="22" creationId="{9200C8B5-FB5A-4F8B-A9BD-693C051418A3}"/>
          </ac:cxnSpMkLst>
        </pc:cxnChg>
        <pc:cxnChg chg="add del">
          <ac:chgData name="Barboza-Salerno, Gia" userId="9b623e98-14e8-48e8-ab26-76a41cddf137" providerId="ADAL" clId="{B0A10E6A-74A0-4ADB-9A98-2CAB4055005B}" dt="2023-04-12T14:14:44.611" v="3655" actId="700"/>
          <ac:cxnSpMkLst>
            <pc:docMk/>
            <pc:sldMk cId="2121509736" sldId="313"/>
            <ac:cxnSpMk id="24" creationId="{1AEA88FB-F5DD-45CE-AAE1-7B33D0ABDD25}"/>
          </ac:cxnSpMkLst>
        </pc:cxnChg>
        <pc:cxnChg chg="add del">
          <ac:chgData name="Barboza-Salerno, Gia" userId="9b623e98-14e8-48e8-ab26-76a41cddf137" providerId="ADAL" clId="{B0A10E6A-74A0-4ADB-9A98-2CAB4055005B}" dt="2023-04-12T14:32:59.509" v="3724" actId="478"/>
          <ac:cxnSpMkLst>
            <pc:docMk/>
            <pc:sldMk cId="2121509736" sldId="313"/>
            <ac:cxnSpMk id="25" creationId="{527E9569-4CA9-6212-D58D-9A7820DA470F}"/>
          </ac:cxnSpMkLst>
        </pc:cxnChg>
        <pc:cxnChg chg="add del mod">
          <ac:chgData name="Barboza-Salerno, Gia" userId="9b623e98-14e8-48e8-ab26-76a41cddf137" providerId="ADAL" clId="{B0A10E6A-74A0-4ADB-9A98-2CAB4055005B}" dt="2023-04-12T14:32:58.113" v="3723" actId="478"/>
          <ac:cxnSpMkLst>
            <pc:docMk/>
            <pc:sldMk cId="2121509736" sldId="313"/>
            <ac:cxnSpMk id="28" creationId="{3252D7DD-A3B8-86CA-4662-107690CEF86B}"/>
          </ac:cxnSpMkLst>
        </pc:cxnChg>
      </pc:sldChg>
      <pc:sldChg chg="addSp delSp modSp new del mod">
        <pc:chgData name="Barboza-Salerno, Gia" userId="9b623e98-14e8-48e8-ab26-76a41cddf137" providerId="ADAL" clId="{B0A10E6A-74A0-4ADB-9A98-2CAB4055005B}" dt="2023-04-12T14:36:15.586" v="3755" actId="47"/>
        <pc:sldMkLst>
          <pc:docMk/>
          <pc:sldMk cId="4201384553" sldId="314"/>
        </pc:sldMkLst>
        <pc:spChg chg="add del">
          <ac:chgData name="Barboza-Salerno, Gia" userId="9b623e98-14e8-48e8-ab26-76a41cddf137" providerId="ADAL" clId="{B0A10E6A-74A0-4ADB-9A98-2CAB4055005B}" dt="2023-04-12T14:34:27.225" v="3734"/>
          <ac:spMkLst>
            <pc:docMk/>
            <pc:sldMk cId="4201384553" sldId="314"/>
            <ac:spMk id="3" creationId="{30CD242C-5B3C-7F29-5F62-169B1F6ED7FA}"/>
          </ac:spMkLst>
        </pc:spChg>
        <pc:spChg chg="add del">
          <ac:chgData name="Barboza-Salerno, Gia" userId="9b623e98-14e8-48e8-ab26-76a41cddf137" providerId="ADAL" clId="{B0A10E6A-74A0-4ADB-9A98-2CAB4055005B}" dt="2023-04-12T14:34:06.262" v="3729"/>
          <ac:spMkLst>
            <pc:docMk/>
            <pc:sldMk cId="4201384553" sldId="314"/>
            <ac:spMk id="4" creationId="{3F97A7F6-DBD9-6E27-C073-7A01CE9A80F6}"/>
          </ac:spMkLst>
        </pc:spChg>
        <pc:graphicFrameChg chg="add mod">
          <ac:chgData name="Barboza-Salerno, Gia" userId="9b623e98-14e8-48e8-ab26-76a41cddf137" providerId="ADAL" clId="{B0A10E6A-74A0-4ADB-9A98-2CAB4055005B}" dt="2023-04-12T14:34:06.149" v="3728"/>
          <ac:graphicFrameMkLst>
            <pc:docMk/>
            <pc:sldMk cId="4201384553" sldId="314"/>
            <ac:graphicFrameMk id="6" creationId="{99C4E4A4-0F52-EC26-8A7C-AC756D171A01}"/>
          </ac:graphicFrameMkLst>
        </pc:graphicFrameChg>
        <pc:graphicFrameChg chg="add del mod">
          <ac:chgData name="Barboza-Salerno, Gia" userId="9b623e98-14e8-48e8-ab26-76a41cddf137" providerId="ADAL" clId="{B0A10E6A-74A0-4ADB-9A98-2CAB4055005B}" dt="2023-04-12T14:34:27.192" v="3733"/>
          <ac:graphicFrameMkLst>
            <pc:docMk/>
            <pc:sldMk cId="4201384553" sldId="314"/>
            <ac:graphicFrameMk id="8" creationId="{8A7F18F2-4ADD-BA72-40B9-E602938ECBB2}"/>
          </ac:graphicFrameMkLst>
        </pc:graphicFrameChg>
        <pc:picChg chg="add mod">
          <ac:chgData name="Barboza-Salerno, Gia" userId="9b623e98-14e8-48e8-ab26-76a41cddf137" providerId="ADAL" clId="{B0A10E6A-74A0-4ADB-9A98-2CAB4055005B}" dt="2023-04-12T14:34:06.262" v="3729"/>
          <ac:picMkLst>
            <pc:docMk/>
            <pc:sldMk cId="4201384553" sldId="314"/>
            <ac:picMk id="7" creationId="{6F264468-3F43-DD4F-C9C2-F86EFB8582FB}"/>
          </ac:picMkLst>
        </pc:picChg>
        <pc:picChg chg="add mod">
          <ac:chgData name="Barboza-Salerno, Gia" userId="9b623e98-14e8-48e8-ab26-76a41cddf137" providerId="ADAL" clId="{B0A10E6A-74A0-4ADB-9A98-2CAB4055005B}" dt="2023-04-12T14:34:34.093" v="3735" actId="1076"/>
          <ac:picMkLst>
            <pc:docMk/>
            <pc:sldMk cId="4201384553" sldId="314"/>
            <ac:picMk id="9" creationId="{A3EC094E-2923-A629-86DA-4DFA7FAB6B74}"/>
          </ac:picMkLst>
        </pc:picChg>
      </pc:sldChg>
      <pc:sldChg chg="addSp delSp modSp add del mod">
        <pc:chgData name="Barboza-Salerno, Gia" userId="9b623e98-14e8-48e8-ab26-76a41cddf137" providerId="ADAL" clId="{B0A10E6A-74A0-4ADB-9A98-2CAB4055005B}" dt="2023-04-12T14:36:02.511" v="3754" actId="14100"/>
        <pc:sldMkLst>
          <pc:docMk/>
          <pc:sldMk cId="3095899488" sldId="315"/>
        </pc:sldMkLst>
        <pc:spChg chg="add del mod">
          <ac:chgData name="Barboza-Salerno, Gia" userId="9b623e98-14e8-48e8-ab26-76a41cddf137" providerId="ADAL" clId="{B0A10E6A-74A0-4ADB-9A98-2CAB4055005B}" dt="2023-04-12T14:35:46.693" v="3751"/>
          <ac:spMkLst>
            <pc:docMk/>
            <pc:sldMk cId="3095899488" sldId="315"/>
            <ac:spMk id="6" creationId="{BD1271CD-5D66-85D9-90D5-703D980917E5}"/>
          </ac:spMkLst>
        </pc:spChg>
        <pc:graphicFrameChg chg="mod modGraphic">
          <ac:chgData name="Barboza-Salerno, Gia" userId="9b623e98-14e8-48e8-ab26-76a41cddf137" providerId="ADAL" clId="{B0A10E6A-74A0-4ADB-9A98-2CAB4055005B}" dt="2023-04-12T14:35:04.669" v="3743" actId="403"/>
          <ac:graphicFrameMkLst>
            <pc:docMk/>
            <pc:sldMk cId="3095899488" sldId="315"/>
            <ac:graphicFrameMk id="5" creationId="{A7155530-911C-F3F2-DBD9-8EF8A0DA4F9C}"/>
          </ac:graphicFrameMkLst>
        </pc:graphicFrameChg>
        <pc:graphicFrameChg chg="add mod">
          <ac:chgData name="Barboza-Salerno, Gia" userId="9b623e98-14e8-48e8-ab26-76a41cddf137" providerId="ADAL" clId="{B0A10E6A-74A0-4ADB-9A98-2CAB4055005B}" dt="2023-04-12T14:35:46.583" v="3750"/>
          <ac:graphicFrameMkLst>
            <pc:docMk/>
            <pc:sldMk cId="3095899488" sldId="315"/>
            <ac:graphicFrameMk id="7" creationId="{99C4E4A4-0F52-EC26-8A7C-AC756D171A01}"/>
          </ac:graphicFrameMkLst>
        </pc:graphicFrameChg>
        <pc:picChg chg="add del mod">
          <ac:chgData name="Barboza-Salerno, Gia" userId="9b623e98-14e8-48e8-ab26-76a41cddf137" providerId="ADAL" clId="{B0A10E6A-74A0-4ADB-9A98-2CAB4055005B}" dt="2023-04-12T14:35:42.721" v="3747" actId="478"/>
          <ac:picMkLst>
            <pc:docMk/>
            <pc:sldMk cId="3095899488" sldId="315"/>
            <ac:picMk id="3" creationId="{5F3A09BF-B019-285C-04BA-205ACDA1D16F}"/>
          </ac:picMkLst>
        </pc:picChg>
        <pc:picChg chg="add mod">
          <ac:chgData name="Barboza-Salerno, Gia" userId="9b623e98-14e8-48e8-ab26-76a41cddf137" providerId="ADAL" clId="{B0A10E6A-74A0-4ADB-9A98-2CAB4055005B}" dt="2023-04-12T14:35:51.509" v="3753" actId="1076"/>
          <ac:picMkLst>
            <pc:docMk/>
            <pc:sldMk cId="3095899488" sldId="315"/>
            <ac:picMk id="8" creationId="{ED9C95C2-4C4E-2BA4-9195-86651AC73F7B}"/>
          </ac:picMkLst>
        </pc:picChg>
        <pc:picChg chg="del">
          <ac:chgData name="Barboza-Salerno, Gia" userId="9b623e98-14e8-48e8-ab26-76a41cddf137" providerId="ADAL" clId="{B0A10E6A-74A0-4ADB-9A98-2CAB4055005B}" dt="2023-04-12T14:35:11.996" v="3744" actId="478"/>
          <ac:picMkLst>
            <pc:docMk/>
            <pc:sldMk cId="3095899488" sldId="315"/>
            <ac:picMk id="10" creationId="{68B3652D-5D60-601D-1615-4BEB41C3A58E}"/>
          </ac:picMkLst>
        </pc:picChg>
        <pc:cxnChg chg="mod">
          <ac:chgData name="Barboza-Salerno, Gia" userId="9b623e98-14e8-48e8-ab26-76a41cddf137" providerId="ADAL" clId="{B0A10E6A-74A0-4ADB-9A98-2CAB4055005B}" dt="2023-04-12T14:36:02.511" v="3754" actId="14100"/>
          <ac:cxnSpMkLst>
            <pc:docMk/>
            <pc:sldMk cId="3095899488" sldId="315"/>
            <ac:cxnSpMk id="16" creationId="{93E11ECA-CE9E-2E1F-4F69-29E2BA3DBFCF}"/>
          </ac:cxnSpMkLst>
        </pc:cxnChg>
      </pc:sldChg>
      <pc:sldChg chg="addSp delSp modSp new mod setBg">
        <pc:chgData name="Barboza-Salerno, Gia" userId="9b623e98-14e8-48e8-ab26-76a41cddf137" providerId="ADAL" clId="{B0A10E6A-74A0-4ADB-9A98-2CAB4055005B}" dt="2023-04-12T15:02:46.690" v="4345" actId="20577"/>
        <pc:sldMkLst>
          <pc:docMk/>
          <pc:sldMk cId="2984041418" sldId="316"/>
        </pc:sldMkLst>
        <pc:spChg chg="mod">
          <ac:chgData name="Barboza-Salerno, Gia" userId="9b623e98-14e8-48e8-ab26-76a41cddf137" providerId="ADAL" clId="{B0A10E6A-74A0-4ADB-9A98-2CAB4055005B}" dt="2023-04-12T15:02:23.690" v="4326" actId="20577"/>
          <ac:spMkLst>
            <pc:docMk/>
            <pc:sldMk cId="2984041418" sldId="316"/>
            <ac:spMk id="2" creationId="{8D84C90E-8E4B-2C0A-6ECA-9A466E589251}"/>
          </ac:spMkLst>
        </pc:spChg>
        <pc:spChg chg="del">
          <ac:chgData name="Barboza-Salerno, Gia" userId="9b623e98-14e8-48e8-ab26-76a41cddf137" providerId="ADAL" clId="{B0A10E6A-74A0-4ADB-9A98-2CAB4055005B}" dt="2023-04-12T14:58:03.251" v="3924"/>
          <ac:spMkLst>
            <pc:docMk/>
            <pc:sldMk cId="2984041418" sldId="316"/>
            <ac:spMk id="3" creationId="{F94658F9-6337-38DF-2BFA-0ECBC02A97E2}"/>
          </ac:spMkLst>
        </pc:spChg>
        <pc:spChg chg="del mod ord">
          <ac:chgData name="Barboza-Salerno, Gia" userId="9b623e98-14e8-48e8-ab26-76a41cddf137" providerId="ADAL" clId="{B0A10E6A-74A0-4ADB-9A98-2CAB4055005B}" dt="2023-04-12T14:58:21.849" v="3926" actId="478"/>
          <ac:spMkLst>
            <pc:docMk/>
            <pc:sldMk cId="2984041418" sldId="316"/>
            <ac:spMk id="4" creationId="{38F64FBD-39D4-DF85-8A78-C9B735294717}"/>
          </ac:spMkLst>
        </pc:spChg>
        <pc:spChg chg="add mod">
          <ac:chgData name="Barboza-Salerno, Gia" userId="9b623e98-14e8-48e8-ab26-76a41cddf137" providerId="ADAL" clId="{B0A10E6A-74A0-4ADB-9A98-2CAB4055005B}" dt="2023-04-12T15:02:46.690" v="4345" actId="20577"/>
          <ac:spMkLst>
            <pc:docMk/>
            <pc:sldMk cId="2984041418" sldId="316"/>
            <ac:spMk id="4102" creationId="{34D97D9E-8E14-B713-5531-BC66545B8D4E}"/>
          </ac:spMkLst>
        </pc:spChg>
        <pc:picChg chg="add mod">
          <ac:chgData name="Barboza-Salerno, Gia" userId="9b623e98-14e8-48e8-ab26-76a41cddf137" providerId="ADAL" clId="{B0A10E6A-74A0-4ADB-9A98-2CAB4055005B}" dt="2023-04-12T14:58:18.752" v="3925" actId="26606"/>
          <ac:picMkLst>
            <pc:docMk/>
            <pc:sldMk cId="2984041418" sldId="316"/>
            <ac:picMk id="4098" creationId="{51CDDFF0-7089-5B97-DEA4-E72BA1CB0D4C}"/>
          </ac:picMkLst>
        </pc:picChg>
      </pc:sldChg>
      <pc:sldChg chg="delSp modSp new mod">
        <pc:chgData name="Barboza-Salerno, Gia" userId="9b623e98-14e8-48e8-ab26-76a41cddf137" providerId="ADAL" clId="{B0A10E6A-74A0-4ADB-9A98-2CAB4055005B}" dt="2023-04-12T17:03:15.680" v="5198" actId="403"/>
        <pc:sldMkLst>
          <pc:docMk/>
          <pc:sldMk cId="3082194695" sldId="317"/>
        </pc:sldMkLst>
        <pc:spChg chg="mod">
          <ac:chgData name="Barboza-Salerno, Gia" userId="9b623e98-14e8-48e8-ab26-76a41cddf137" providerId="ADAL" clId="{B0A10E6A-74A0-4ADB-9A98-2CAB4055005B}" dt="2023-04-12T15:09:25.405" v="4413" actId="313"/>
          <ac:spMkLst>
            <pc:docMk/>
            <pc:sldMk cId="3082194695" sldId="317"/>
            <ac:spMk id="2" creationId="{7D52FA75-11E4-4B9C-9CC7-F3088C19615F}"/>
          </ac:spMkLst>
        </pc:spChg>
        <pc:spChg chg="mod">
          <ac:chgData name="Barboza-Salerno, Gia" userId="9b623e98-14e8-48e8-ab26-76a41cddf137" providerId="ADAL" clId="{B0A10E6A-74A0-4ADB-9A98-2CAB4055005B}" dt="2023-04-12T17:03:15.680" v="5198" actId="403"/>
          <ac:spMkLst>
            <pc:docMk/>
            <pc:sldMk cId="3082194695" sldId="317"/>
            <ac:spMk id="3" creationId="{1792E748-540C-FF67-DDDE-70AAE1D001FD}"/>
          </ac:spMkLst>
        </pc:spChg>
        <pc:spChg chg="del">
          <ac:chgData name="Barboza-Salerno, Gia" userId="9b623e98-14e8-48e8-ab26-76a41cddf137" providerId="ADAL" clId="{B0A10E6A-74A0-4ADB-9A98-2CAB4055005B}" dt="2023-04-12T15:09:22.775" v="4412" actId="478"/>
          <ac:spMkLst>
            <pc:docMk/>
            <pc:sldMk cId="3082194695" sldId="317"/>
            <ac:spMk id="4" creationId="{20C00821-6289-5E23-1103-FDD8BCFDCC82}"/>
          </ac:spMkLst>
        </pc:spChg>
      </pc:sldChg>
      <pc:sldChg chg="addSp delSp modSp new mod">
        <pc:chgData name="Barboza-Salerno, Gia" userId="9b623e98-14e8-48e8-ab26-76a41cddf137" providerId="ADAL" clId="{B0A10E6A-74A0-4ADB-9A98-2CAB4055005B}" dt="2023-04-12T18:22:46.787" v="5263" actId="113"/>
        <pc:sldMkLst>
          <pc:docMk/>
          <pc:sldMk cId="3627951771" sldId="318"/>
        </pc:sldMkLst>
        <pc:spChg chg="del">
          <ac:chgData name="Barboza-Salerno, Gia" userId="9b623e98-14e8-48e8-ab26-76a41cddf137" providerId="ADAL" clId="{B0A10E6A-74A0-4ADB-9A98-2CAB4055005B}" dt="2023-04-12T15:30:23.930" v="4622" actId="478"/>
          <ac:spMkLst>
            <pc:docMk/>
            <pc:sldMk cId="3627951771" sldId="318"/>
            <ac:spMk id="2" creationId="{C1901E42-DB16-5903-ECB5-6D1C666B5945}"/>
          </ac:spMkLst>
        </pc:spChg>
        <pc:spChg chg="del">
          <ac:chgData name="Barboza-Salerno, Gia" userId="9b623e98-14e8-48e8-ab26-76a41cddf137" providerId="ADAL" clId="{B0A10E6A-74A0-4ADB-9A98-2CAB4055005B}" dt="2023-04-12T15:30:18.111" v="4621" actId="22"/>
          <ac:spMkLst>
            <pc:docMk/>
            <pc:sldMk cId="3627951771" sldId="318"/>
            <ac:spMk id="3" creationId="{94A27D28-978C-EAC2-DFB6-5BADDB13B0EF}"/>
          </ac:spMkLst>
        </pc:spChg>
        <pc:spChg chg="del">
          <ac:chgData name="Barboza-Salerno, Gia" userId="9b623e98-14e8-48e8-ab26-76a41cddf137" providerId="ADAL" clId="{B0A10E6A-74A0-4ADB-9A98-2CAB4055005B}" dt="2023-04-12T15:30:29.106" v="4624" actId="478"/>
          <ac:spMkLst>
            <pc:docMk/>
            <pc:sldMk cId="3627951771" sldId="318"/>
            <ac:spMk id="4" creationId="{05549F92-1AE6-3091-47CB-4AB4B2016C81}"/>
          </ac:spMkLst>
        </pc:spChg>
        <pc:spChg chg="add mod">
          <ac:chgData name="Barboza-Salerno, Gia" userId="9b623e98-14e8-48e8-ab26-76a41cddf137" providerId="ADAL" clId="{B0A10E6A-74A0-4ADB-9A98-2CAB4055005B}" dt="2023-04-12T18:22:44.895" v="5261" actId="113"/>
          <ac:spMkLst>
            <pc:docMk/>
            <pc:sldMk cId="3627951771" sldId="318"/>
            <ac:spMk id="7" creationId="{92D5F085-3DC3-A34F-612C-F7E1C1B52178}"/>
          </ac:spMkLst>
        </pc:spChg>
        <pc:spChg chg="add mod">
          <ac:chgData name="Barboza-Salerno, Gia" userId="9b623e98-14e8-48e8-ab26-76a41cddf137" providerId="ADAL" clId="{B0A10E6A-74A0-4ADB-9A98-2CAB4055005B}" dt="2023-04-12T18:22:45.929" v="5262" actId="113"/>
          <ac:spMkLst>
            <pc:docMk/>
            <pc:sldMk cId="3627951771" sldId="318"/>
            <ac:spMk id="8" creationId="{C72FD938-D79F-FEA9-5A5D-7A6DDB1C111F}"/>
          </ac:spMkLst>
        </pc:spChg>
        <pc:spChg chg="add mod">
          <ac:chgData name="Barboza-Salerno, Gia" userId="9b623e98-14e8-48e8-ab26-76a41cddf137" providerId="ADAL" clId="{B0A10E6A-74A0-4ADB-9A98-2CAB4055005B}" dt="2023-04-12T18:22:46.787" v="5263" actId="113"/>
          <ac:spMkLst>
            <pc:docMk/>
            <pc:sldMk cId="3627951771" sldId="318"/>
            <ac:spMk id="9" creationId="{7A7D432D-18DF-F1A1-DDDD-161C26E63B9E}"/>
          </ac:spMkLst>
        </pc:spChg>
        <pc:picChg chg="add mod ord">
          <ac:chgData name="Barboza-Salerno, Gia" userId="9b623e98-14e8-48e8-ab26-76a41cddf137" providerId="ADAL" clId="{B0A10E6A-74A0-4ADB-9A98-2CAB4055005B}" dt="2023-04-12T15:30:36.259" v="4627" actId="14100"/>
          <ac:picMkLst>
            <pc:docMk/>
            <pc:sldMk cId="3627951771" sldId="318"/>
            <ac:picMk id="6" creationId="{F39D86B0-65A5-750D-61A5-E6206DEE4B4A}"/>
          </ac:picMkLst>
        </pc:picChg>
      </pc:sldChg>
      <pc:sldChg chg="addSp delSp new mod">
        <pc:chgData name="Barboza-Salerno, Gia" userId="9b623e98-14e8-48e8-ab26-76a41cddf137" providerId="ADAL" clId="{B0A10E6A-74A0-4ADB-9A98-2CAB4055005B}" dt="2023-04-12T15:31:45.195" v="4632" actId="22"/>
        <pc:sldMkLst>
          <pc:docMk/>
          <pc:sldMk cId="45937334" sldId="319"/>
        </pc:sldMkLst>
        <pc:spChg chg="del">
          <ac:chgData name="Barboza-Salerno, Gia" userId="9b623e98-14e8-48e8-ab26-76a41cddf137" providerId="ADAL" clId="{B0A10E6A-74A0-4ADB-9A98-2CAB4055005B}" dt="2023-04-12T15:31:40.469" v="4629" actId="478"/>
          <ac:spMkLst>
            <pc:docMk/>
            <pc:sldMk cId="45937334" sldId="319"/>
            <ac:spMk id="2" creationId="{2F6C988F-08D3-4811-693E-C2C84CD867F9}"/>
          </ac:spMkLst>
        </pc:spChg>
        <pc:spChg chg="del">
          <ac:chgData name="Barboza-Salerno, Gia" userId="9b623e98-14e8-48e8-ab26-76a41cddf137" providerId="ADAL" clId="{B0A10E6A-74A0-4ADB-9A98-2CAB4055005B}" dt="2023-04-12T15:31:42.742" v="4630" actId="478"/>
          <ac:spMkLst>
            <pc:docMk/>
            <pc:sldMk cId="45937334" sldId="319"/>
            <ac:spMk id="3" creationId="{3FB010BA-5896-01A0-989D-A58203038733}"/>
          </ac:spMkLst>
        </pc:spChg>
        <pc:spChg chg="del">
          <ac:chgData name="Barboza-Salerno, Gia" userId="9b623e98-14e8-48e8-ab26-76a41cddf137" providerId="ADAL" clId="{B0A10E6A-74A0-4ADB-9A98-2CAB4055005B}" dt="2023-04-12T15:31:44.022" v="4631" actId="478"/>
          <ac:spMkLst>
            <pc:docMk/>
            <pc:sldMk cId="45937334" sldId="319"/>
            <ac:spMk id="4" creationId="{8C05A1E7-DB11-F1E9-8BF3-770C5EBEA7E0}"/>
          </ac:spMkLst>
        </pc:spChg>
        <pc:picChg chg="add">
          <ac:chgData name="Barboza-Salerno, Gia" userId="9b623e98-14e8-48e8-ab26-76a41cddf137" providerId="ADAL" clId="{B0A10E6A-74A0-4ADB-9A98-2CAB4055005B}" dt="2023-04-12T15:31:45.195" v="4632" actId="22"/>
          <ac:picMkLst>
            <pc:docMk/>
            <pc:sldMk cId="45937334" sldId="319"/>
            <ac:picMk id="6" creationId="{D32CA061-CA05-76C9-04D0-A6C2C8E1A2B4}"/>
          </ac:picMkLst>
        </pc:picChg>
      </pc:sldChg>
      <pc:sldChg chg="addSp delSp modSp new mod">
        <pc:chgData name="Barboza-Salerno, Gia" userId="9b623e98-14e8-48e8-ab26-76a41cddf137" providerId="ADAL" clId="{B0A10E6A-74A0-4ADB-9A98-2CAB4055005B}" dt="2023-04-12T15:35:16.767" v="4652" actId="1076"/>
        <pc:sldMkLst>
          <pc:docMk/>
          <pc:sldMk cId="2012170994" sldId="320"/>
        </pc:sldMkLst>
        <pc:spChg chg="del">
          <ac:chgData name="Barboza-Salerno, Gia" userId="9b623e98-14e8-48e8-ab26-76a41cddf137" providerId="ADAL" clId="{B0A10E6A-74A0-4ADB-9A98-2CAB4055005B}" dt="2023-04-12T15:34:01.770" v="4635" actId="478"/>
          <ac:spMkLst>
            <pc:docMk/>
            <pc:sldMk cId="2012170994" sldId="320"/>
            <ac:spMk id="2" creationId="{3C401240-6C60-F14F-DCEA-4157733FB4E2}"/>
          </ac:spMkLst>
        </pc:spChg>
        <pc:spChg chg="del">
          <ac:chgData name="Barboza-Salerno, Gia" userId="9b623e98-14e8-48e8-ab26-76a41cddf137" providerId="ADAL" clId="{B0A10E6A-74A0-4ADB-9A98-2CAB4055005B}" dt="2023-04-12T15:33:59.505" v="4634" actId="478"/>
          <ac:spMkLst>
            <pc:docMk/>
            <pc:sldMk cId="2012170994" sldId="320"/>
            <ac:spMk id="3" creationId="{075467C5-5A07-90D1-E7F5-5410EA4B687A}"/>
          </ac:spMkLst>
        </pc:spChg>
        <pc:spChg chg="del">
          <ac:chgData name="Barboza-Salerno, Gia" userId="9b623e98-14e8-48e8-ab26-76a41cddf137" providerId="ADAL" clId="{B0A10E6A-74A0-4ADB-9A98-2CAB4055005B}" dt="2023-04-12T15:34:04.850" v="4637" actId="478"/>
          <ac:spMkLst>
            <pc:docMk/>
            <pc:sldMk cId="2012170994" sldId="320"/>
            <ac:spMk id="4" creationId="{50C043B2-7E8E-1C86-90BA-0A59E3EA795D}"/>
          </ac:spMkLst>
        </pc:spChg>
        <pc:spChg chg="add mod">
          <ac:chgData name="Barboza-Salerno, Gia" userId="9b623e98-14e8-48e8-ab26-76a41cddf137" providerId="ADAL" clId="{B0A10E6A-74A0-4ADB-9A98-2CAB4055005B}" dt="2023-04-12T15:35:16.767" v="4652" actId="1076"/>
          <ac:spMkLst>
            <pc:docMk/>
            <pc:sldMk cId="2012170994" sldId="320"/>
            <ac:spMk id="8" creationId="{6C449104-F352-033B-925F-3E6272192291}"/>
          </ac:spMkLst>
        </pc:spChg>
        <pc:picChg chg="add mod">
          <ac:chgData name="Barboza-Salerno, Gia" userId="9b623e98-14e8-48e8-ab26-76a41cddf137" providerId="ADAL" clId="{B0A10E6A-74A0-4ADB-9A98-2CAB4055005B}" dt="2023-04-12T15:35:14.517" v="4651" actId="1076"/>
          <ac:picMkLst>
            <pc:docMk/>
            <pc:sldMk cId="2012170994" sldId="320"/>
            <ac:picMk id="6" creationId="{2206CFBF-60C8-5A1B-DEB5-A48F45D5C3D6}"/>
          </ac:picMkLst>
        </pc:picChg>
      </pc:sldChg>
      <pc:sldChg chg="addSp delSp modSp new mod">
        <pc:chgData name="Barboza-Salerno, Gia" userId="9b623e98-14e8-48e8-ab26-76a41cddf137" providerId="ADAL" clId="{B0A10E6A-74A0-4ADB-9A98-2CAB4055005B}" dt="2023-04-12T17:02:09.720" v="5188" actId="20577"/>
        <pc:sldMkLst>
          <pc:docMk/>
          <pc:sldMk cId="945931386" sldId="321"/>
        </pc:sldMkLst>
        <pc:spChg chg="mod">
          <ac:chgData name="Barboza-Salerno, Gia" userId="9b623e98-14e8-48e8-ab26-76a41cddf137" providerId="ADAL" clId="{B0A10E6A-74A0-4ADB-9A98-2CAB4055005B}" dt="2023-04-12T17:01:14.067" v="5187" actId="20577"/>
          <ac:spMkLst>
            <pc:docMk/>
            <pc:sldMk cId="945931386" sldId="321"/>
            <ac:spMk id="2" creationId="{E61423CB-E8AA-CA65-1368-4B0CE4726F3F}"/>
          </ac:spMkLst>
        </pc:spChg>
        <pc:spChg chg="mod">
          <ac:chgData name="Barboza-Salerno, Gia" userId="9b623e98-14e8-48e8-ab26-76a41cddf137" providerId="ADAL" clId="{B0A10E6A-74A0-4ADB-9A98-2CAB4055005B}" dt="2023-04-12T17:02:09.720" v="5188" actId="20577"/>
          <ac:spMkLst>
            <pc:docMk/>
            <pc:sldMk cId="945931386" sldId="321"/>
            <ac:spMk id="3" creationId="{5BD6B347-3046-08CA-05FE-55DC4F4416F4}"/>
          </ac:spMkLst>
        </pc:spChg>
        <pc:spChg chg="del">
          <ac:chgData name="Barboza-Salerno, Gia" userId="9b623e98-14e8-48e8-ab26-76a41cddf137" providerId="ADAL" clId="{B0A10E6A-74A0-4ADB-9A98-2CAB4055005B}" dt="2023-04-12T16:43:14.363" v="4829" actId="478"/>
          <ac:spMkLst>
            <pc:docMk/>
            <pc:sldMk cId="945931386" sldId="321"/>
            <ac:spMk id="4" creationId="{B14873D6-AF3B-940E-E7B9-70B06884AF3E}"/>
          </ac:spMkLst>
        </pc:spChg>
        <pc:picChg chg="add mod">
          <ac:chgData name="Barboza-Salerno, Gia" userId="9b623e98-14e8-48e8-ab26-76a41cddf137" providerId="ADAL" clId="{B0A10E6A-74A0-4ADB-9A98-2CAB4055005B}" dt="2023-04-12T16:45:05.522" v="5004" actId="1076"/>
          <ac:picMkLst>
            <pc:docMk/>
            <pc:sldMk cId="945931386" sldId="321"/>
            <ac:picMk id="6" creationId="{A8BA0AC9-048A-FABC-AFF5-762D07332B2A}"/>
          </ac:picMkLst>
        </pc:picChg>
      </pc:sldChg>
      <pc:sldChg chg="addSp delSp modSp new mod">
        <pc:chgData name="Barboza-Salerno, Gia" userId="9b623e98-14e8-48e8-ab26-76a41cddf137" providerId="ADAL" clId="{B0A10E6A-74A0-4ADB-9A98-2CAB4055005B}" dt="2023-04-12T17:08:06.682" v="5233" actId="1076"/>
        <pc:sldMkLst>
          <pc:docMk/>
          <pc:sldMk cId="945886388" sldId="322"/>
        </pc:sldMkLst>
        <pc:spChg chg="del">
          <ac:chgData name="Barboza-Salerno, Gia" userId="9b623e98-14e8-48e8-ab26-76a41cddf137" providerId="ADAL" clId="{B0A10E6A-74A0-4ADB-9A98-2CAB4055005B}" dt="2023-04-12T17:08:04.542" v="5232" actId="478"/>
          <ac:spMkLst>
            <pc:docMk/>
            <pc:sldMk cId="945886388" sldId="322"/>
            <ac:spMk id="2" creationId="{874F00C8-8AE1-D185-7686-66EF3070C27B}"/>
          </ac:spMkLst>
        </pc:spChg>
        <pc:spChg chg="del">
          <ac:chgData name="Barboza-Salerno, Gia" userId="9b623e98-14e8-48e8-ab26-76a41cddf137" providerId="ADAL" clId="{B0A10E6A-74A0-4ADB-9A98-2CAB4055005B}" dt="2023-04-12T17:08:01.893" v="5231" actId="478"/>
          <ac:spMkLst>
            <pc:docMk/>
            <pc:sldMk cId="945886388" sldId="322"/>
            <ac:spMk id="3" creationId="{092CA09E-73B8-D6A4-72B7-D8DD902DD0CD}"/>
          </ac:spMkLst>
        </pc:spChg>
        <pc:picChg chg="add mod">
          <ac:chgData name="Barboza-Salerno, Gia" userId="9b623e98-14e8-48e8-ab26-76a41cddf137" providerId="ADAL" clId="{B0A10E6A-74A0-4ADB-9A98-2CAB4055005B}" dt="2023-04-12T17:08:06.682" v="5233" actId="1076"/>
          <ac:picMkLst>
            <pc:docMk/>
            <pc:sldMk cId="945886388" sldId="322"/>
            <ac:picMk id="6" creationId="{79421555-CE1F-D29F-1B9E-C92E04EFB9F9}"/>
          </ac:picMkLst>
        </pc:picChg>
        <pc:picChg chg="add mod">
          <ac:chgData name="Barboza-Salerno, Gia" userId="9b623e98-14e8-48e8-ab26-76a41cddf137" providerId="ADAL" clId="{B0A10E6A-74A0-4ADB-9A98-2CAB4055005B}" dt="2023-04-12T17:07:55.385" v="5230" actId="1076"/>
          <ac:picMkLst>
            <pc:docMk/>
            <pc:sldMk cId="945886388" sldId="322"/>
            <ac:picMk id="8" creationId="{7962F2B6-5AA6-1A82-BA4C-E41529C3EA22}"/>
          </ac:picMkLst>
        </pc:picChg>
      </pc:sldChg>
      <pc:sldChg chg="addSp delSp modSp new mod">
        <pc:chgData name="Barboza-Salerno, Gia" userId="9b623e98-14e8-48e8-ab26-76a41cddf137" providerId="ADAL" clId="{B0A10E6A-74A0-4ADB-9A98-2CAB4055005B}" dt="2023-04-12T17:25:10.004" v="5239" actId="14100"/>
        <pc:sldMkLst>
          <pc:docMk/>
          <pc:sldMk cId="2005556580" sldId="323"/>
        </pc:sldMkLst>
        <pc:spChg chg="del">
          <ac:chgData name="Barboza-Salerno, Gia" userId="9b623e98-14e8-48e8-ab26-76a41cddf137" providerId="ADAL" clId="{B0A10E6A-74A0-4ADB-9A98-2CAB4055005B}" dt="2023-04-12T17:24:59.652" v="5236" actId="478"/>
          <ac:spMkLst>
            <pc:docMk/>
            <pc:sldMk cId="2005556580" sldId="323"/>
            <ac:spMk id="2" creationId="{85BE06C0-109E-199A-4475-D5CF67205454}"/>
          </ac:spMkLst>
        </pc:spChg>
        <pc:spChg chg="del">
          <ac:chgData name="Barboza-Salerno, Gia" userId="9b623e98-14e8-48e8-ab26-76a41cddf137" providerId="ADAL" clId="{B0A10E6A-74A0-4ADB-9A98-2CAB4055005B}" dt="2023-04-12T17:24:55.362" v="5235" actId="22"/>
          <ac:spMkLst>
            <pc:docMk/>
            <pc:sldMk cId="2005556580" sldId="323"/>
            <ac:spMk id="3" creationId="{1C32C054-16A6-1B2B-3A1A-FBB6D7D9990D}"/>
          </ac:spMkLst>
        </pc:spChg>
        <pc:spChg chg="del">
          <ac:chgData name="Barboza-Salerno, Gia" userId="9b623e98-14e8-48e8-ab26-76a41cddf137" providerId="ADAL" clId="{B0A10E6A-74A0-4ADB-9A98-2CAB4055005B}" dt="2023-04-12T17:25:06.065" v="5238" actId="478"/>
          <ac:spMkLst>
            <pc:docMk/>
            <pc:sldMk cId="2005556580" sldId="323"/>
            <ac:spMk id="4" creationId="{34020E63-27C2-9CC3-3948-9BAC247B4C5C}"/>
          </ac:spMkLst>
        </pc:spChg>
        <pc:picChg chg="add mod ord">
          <ac:chgData name="Barboza-Salerno, Gia" userId="9b623e98-14e8-48e8-ab26-76a41cddf137" providerId="ADAL" clId="{B0A10E6A-74A0-4ADB-9A98-2CAB4055005B}" dt="2023-04-12T17:25:10.004" v="5239" actId="14100"/>
          <ac:picMkLst>
            <pc:docMk/>
            <pc:sldMk cId="2005556580" sldId="323"/>
            <ac:picMk id="6" creationId="{F0B4FD9A-37E0-A251-E0D7-0E653C3CF633}"/>
          </ac:picMkLst>
        </pc:picChg>
      </pc:sldChg>
      <pc:sldChg chg="addSp delSp modSp new mod">
        <pc:chgData name="Barboza-Salerno, Gia" userId="9b623e98-14e8-48e8-ab26-76a41cddf137" providerId="ADAL" clId="{B0A10E6A-74A0-4ADB-9A98-2CAB4055005B}" dt="2023-04-12T17:26:44.896" v="5253" actId="1076"/>
        <pc:sldMkLst>
          <pc:docMk/>
          <pc:sldMk cId="538503643" sldId="324"/>
        </pc:sldMkLst>
        <pc:spChg chg="del">
          <ac:chgData name="Barboza-Salerno, Gia" userId="9b623e98-14e8-48e8-ab26-76a41cddf137" providerId="ADAL" clId="{B0A10E6A-74A0-4ADB-9A98-2CAB4055005B}" dt="2023-04-12T17:26:30.496" v="5245" actId="478"/>
          <ac:spMkLst>
            <pc:docMk/>
            <pc:sldMk cId="538503643" sldId="324"/>
            <ac:spMk id="2" creationId="{D652AADB-53C9-6FFB-EB51-1ACB0E9FFA42}"/>
          </ac:spMkLst>
        </pc:spChg>
        <pc:spChg chg="del">
          <ac:chgData name="Barboza-Salerno, Gia" userId="9b623e98-14e8-48e8-ab26-76a41cddf137" providerId="ADAL" clId="{B0A10E6A-74A0-4ADB-9A98-2CAB4055005B}" dt="2023-04-12T17:26:32.014" v="5246" actId="478"/>
          <ac:spMkLst>
            <pc:docMk/>
            <pc:sldMk cId="538503643" sldId="324"/>
            <ac:spMk id="3" creationId="{FFC99C65-97F9-CA6C-6312-54EAA3B90BBA}"/>
          </ac:spMkLst>
        </pc:spChg>
        <pc:spChg chg="del">
          <ac:chgData name="Barboza-Salerno, Gia" userId="9b623e98-14e8-48e8-ab26-76a41cddf137" providerId="ADAL" clId="{B0A10E6A-74A0-4ADB-9A98-2CAB4055005B}" dt="2023-04-12T17:26:37.183" v="5249" actId="478"/>
          <ac:spMkLst>
            <pc:docMk/>
            <pc:sldMk cId="538503643" sldId="324"/>
            <ac:spMk id="4" creationId="{559F9E54-0A05-DC4F-87AF-62754257B733}"/>
          </ac:spMkLst>
        </pc:spChg>
        <pc:picChg chg="add mod">
          <ac:chgData name="Barboza-Salerno, Gia" userId="9b623e98-14e8-48e8-ab26-76a41cddf137" providerId="ADAL" clId="{B0A10E6A-74A0-4ADB-9A98-2CAB4055005B}" dt="2023-04-12T17:26:44.896" v="5253" actId="1076"/>
          <ac:picMkLst>
            <pc:docMk/>
            <pc:sldMk cId="538503643" sldId="324"/>
            <ac:picMk id="6" creationId="{43DCF2E0-A407-E80A-78F2-140CF5D16C9B}"/>
          </ac:picMkLst>
        </pc:picChg>
        <pc:picChg chg="add mod">
          <ac:chgData name="Barboza-Salerno, Gia" userId="9b623e98-14e8-48e8-ab26-76a41cddf137" providerId="ADAL" clId="{B0A10E6A-74A0-4ADB-9A98-2CAB4055005B}" dt="2023-04-12T17:26:41.200" v="5251" actId="1076"/>
          <ac:picMkLst>
            <pc:docMk/>
            <pc:sldMk cId="538503643" sldId="324"/>
            <ac:picMk id="8" creationId="{CDE2622D-F4EE-E4F6-0CB8-C9CE2FEBE0FC}"/>
          </ac:picMkLst>
        </pc:picChg>
      </pc:sldChg>
      <pc:sldChg chg="delSp modSp new mod">
        <pc:chgData name="Barboza-Salerno, Gia" userId="9b623e98-14e8-48e8-ab26-76a41cddf137" providerId="ADAL" clId="{B0A10E6A-74A0-4ADB-9A98-2CAB4055005B}" dt="2023-04-13T12:29:53.911" v="6162" actId="113"/>
        <pc:sldMkLst>
          <pc:docMk/>
          <pc:sldMk cId="3076973262" sldId="325"/>
        </pc:sldMkLst>
        <pc:spChg chg="mod">
          <ac:chgData name="Barboza-Salerno, Gia" userId="9b623e98-14e8-48e8-ab26-76a41cddf137" providerId="ADAL" clId="{B0A10E6A-74A0-4ADB-9A98-2CAB4055005B}" dt="2023-04-12T18:23:20.943" v="5283" actId="20577"/>
          <ac:spMkLst>
            <pc:docMk/>
            <pc:sldMk cId="3076973262" sldId="325"/>
            <ac:spMk id="2" creationId="{095FB4F1-D70E-90EB-EFF3-DC67A16F45C6}"/>
          </ac:spMkLst>
        </pc:spChg>
        <pc:spChg chg="mod">
          <ac:chgData name="Barboza-Salerno, Gia" userId="9b623e98-14e8-48e8-ab26-76a41cddf137" providerId="ADAL" clId="{B0A10E6A-74A0-4ADB-9A98-2CAB4055005B}" dt="2023-04-13T12:29:53.911" v="6162" actId="113"/>
          <ac:spMkLst>
            <pc:docMk/>
            <pc:sldMk cId="3076973262" sldId="325"/>
            <ac:spMk id="3" creationId="{1B9A7899-1373-5AFD-2FC8-398F5E1CB3B1}"/>
          </ac:spMkLst>
        </pc:spChg>
        <pc:spChg chg="del">
          <ac:chgData name="Barboza-Salerno, Gia" userId="9b623e98-14e8-48e8-ab26-76a41cddf137" providerId="ADAL" clId="{B0A10E6A-74A0-4ADB-9A98-2CAB4055005B}" dt="2023-04-13T12:29:35.542" v="6158" actId="478"/>
          <ac:spMkLst>
            <pc:docMk/>
            <pc:sldMk cId="3076973262" sldId="325"/>
            <ac:spMk id="4" creationId="{2B01C3B8-74D4-F1A8-76DD-4E68A390BFD5}"/>
          </ac:spMkLst>
        </pc:spChg>
      </pc:sldChg>
      <pc:sldChg chg="modSp new mod">
        <pc:chgData name="Barboza-Salerno, Gia" userId="9b623e98-14e8-48e8-ab26-76a41cddf137" providerId="ADAL" clId="{B0A10E6A-74A0-4ADB-9A98-2CAB4055005B}" dt="2023-04-13T12:28:16.163" v="6085"/>
        <pc:sldMkLst>
          <pc:docMk/>
          <pc:sldMk cId="2861081113" sldId="326"/>
        </pc:sldMkLst>
        <pc:spChg chg="mod">
          <ac:chgData name="Barboza-Salerno, Gia" userId="9b623e98-14e8-48e8-ab26-76a41cddf137" providerId="ADAL" clId="{B0A10E6A-74A0-4ADB-9A98-2CAB4055005B}" dt="2023-04-13T00:20:09.632" v="5393" actId="20577"/>
          <ac:spMkLst>
            <pc:docMk/>
            <pc:sldMk cId="2861081113" sldId="326"/>
            <ac:spMk id="2" creationId="{5B3AB2C6-D64B-9CE8-2B30-4D04BEE09054}"/>
          </ac:spMkLst>
        </pc:spChg>
        <pc:spChg chg="mod">
          <ac:chgData name="Barboza-Salerno, Gia" userId="9b623e98-14e8-48e8-ab26-76a41cddf137" providerId="ADAL" clId="{B0A10E6A-74A0-4ADB-9A98-2CAB4055005B}" dt="2023-04-13T12:28:16.163" v="6085"/>
          <ac:spMkLst>
            <pc:docMk/>
            <pc:sldMk cId="2861081113" sldId="326"/>
            <ac:spMk id="3" creationId="{818D6DC0-7598-C6D9-3455-4266F6FE8DF1}"/>
          </ac:spMkLst>
        </pc:spChg>
      </pc:sldChg>
      <pc:sldChg chg="addSp delSp modSp new del mod">
        <pc:chgData name="Barboza-Salerno, Gia" userId="9b623e98-14e8-48e8-ab26-76a41cddf137" providerId="ADAL" clId="{B0A10E6A-74A0-4ADB-9A98-2CAB4055005B}" dt="2023-04-13T11:45:00.318" v="5515" actId="47"/>
        <pc:sldMkLst>
          <pc:docMk/>
          <pc:sldMk cId="1550414888" sldId="327"/>
        </pc:sldMkLst>
        <pc:spChg chg="mod">
          <ac:chgData name="Barboza-Salerno, Gia" userId="9b623e98-14e8-48e8-ab26-76a41cddf137" providerId="ADAL" clId="{B0A10E6A-74A0-4ADB-9A98-2CAB4055005B}" dt="2023-04-13T11:42:26.473" v="5488" actId="20577"/>
          <ac:spMkLst>
            <pc:docMk/>
            <pc:sldMk cId="1550414888" sldId="327"/>
            <ac:spMk id="2" creationId="{F8472D76-240F-D559-5703-8FDF7C6B516E}"/>
          </ac:spMkLst>
        </pc:spChg>
        <pc:spChg chg="del">
          <ac:chgData name="Barboza-Salerno, Gia" userId="9b623e98-14e8-48e8-ab26-76a41cddf137" providerId="ADAL" clId="{B0A10E6A-74A0-4ADB-9A98-2CAB4055005B}" dt="2023-04-13T11:42:21.241" v="5484" actId="22"/>
          <ac:spMkLst>
            <pc:docMk/>
            <pc:sldMk cId="1550414888" sldId="327"/>
            <ac:spMk id="3" creationId="{1A6C1BC4-1277-0884-477A-A99843BB199B}"/>
          </ac:spMkLst>
        </pc:spChg>
        <pc:spChg chg="add mod">
          <ac:chgData name="Barboza-Salerno, Gia" userId="9b623e98-14e8-48e8-ab26-76a41cddf137" providerId="ADAL" clId="{B0A10E6A-74A0-4ADB-9A98-2CAB4055005B}" dt="2023-04-13T11:42:51.645" v="5494" actId="21"/>
          <ac:spMkLst>
            <pc:docMk/>
            <pc:sldMk cId="1550414888" sldId="327"/>
            <ac:spMk id="8" creationId="{C64ABFCA-163C-7A08-5162-A8EFCB9B9597}"/>
          </ac:spMkLst>
        </pc:spChg>
        <pc:picChg chg="add del mod ord">
          <ac:chgData name="Barboza-Salerno, Gia" userId="9b623e98-14e8-48e8-ab26-76a41cddf137" providerId="ADAL" clId="{B0A10E6A-74A0-4ADB-9A98-2CAB4055005B}" dt="2023-04-13T11:42:51.645" v="5494" actId="21"/>
          <ac:picMkLst>
            <pc:docMk/>
            <pc:sldMk cId="1550414888" sldId="327"/>
            <ac:picMk id="6" creationId="{0EEC6E96-CA87-CC74-8F93-033EAAC1D383}"/>
          </ac:picMkLst>
        </pc:picChg>
      </pc:sldChg>
      <pc:sldChg chg="delSp modSp new mod">
        <pc:chgData name="Barboza-Salerno, Gia" userId="9b623e98-14e8-48e8-ab26-76a41cddf137" providerId="ADAL" clId="{B0A10E6A-74A0-4ADB-9A98-2CAB4055005B}" dt="2023-04-13T11:46:15.101" v="5550" actId="20577"/>
        <pc:sldMkLst>
          <pc:docMk/>
          <pc:sldMk cId="2468121090" sldId="328"/>
        </pc:sldMkLst>
        <pc:spChg chg="mod">
          <ac:chgData name="Barboza-Salerno, Gia" userId="9b623e98-14e8-48e8-ab26-76a41cddf137" providerId="ADAL" clId="{B0A10E6A-74A0-4ADB-9A98-2CAB4055005B}" dt="2023-04-13T11:42:47.739" v="5493"/>
          <ac:spMkLst>
            <pc:docMk/>
            <pc:sldMk cId="2468121090" sldId="328"/>
            <ac:spMk id="2" creationId="{D165BF0B-EB54-8E79-42E5-2ABD24B00106}"/>
          </ac:spMkLst>
        </pc:spChg>
        <pc:spChg chg="mod">
          <ac:chgData name="Barboza-Salerno, Gia" userId="9b623e98-14e8-48e8-ab26-76a41cddf137" providerId="ADAL" clId="{B0A10E6A-74A0-4ADB-9A98-2CAB4055005B}" dt="2023-04-13T11:46:15.101" v="5550" actId="20577"/>
          <ac:spMkLst>
            <pc:docMk/>
            <pc:sldMk cId="2468121090" sldId="328"/>
            <ac:spMk id="3" creationId="{B764311D-8006-70A4-94A5-D0AB4C4623BA}"/>
          </ac:spMkLst>
        </pc:spChg>
        <pc:spChg chg="del">
          <ac:chgData name="Barboza-Salerno, Gia" userId="9b623e98-14e8-48e8-ab26-76a41cddf137" providerId="ADAL" clId="{B0A10E6A-74A0-4ADB-9A98-2CAB4055005B}" dt="2023-04-13T11:45:14.540" v="5516" actId="478"/>
          <ac:spMkLst>
            <pc:docMk/>
            <pc:sldMk cId="2468121090" sldId="328"/>
            <ac:spMk id="4" creationId="{DFCEAAE2-945C-BA60-83B0-8A98132B5C2F}"/>
          </ac:spMkLst>
        </pc:spChg>
      </pc:sldChg>
      <pc:sldChg chg="delSp modSp new mod">
        <pc:chgData name="Barboza-Salerno, Gia" userId="9b623e98-14e8-48e8-ab26-76a41cddf137" providerId="ADAL" clId="{B0A10E6A-74A0-4ADB-9A98-2CAB4055005B}" dt="2023-04-13T12:10:51.525" v="6016" actId="20577"/>
        <pc:sldMkLst>
          <pc:docMk/>
          <pc:sldMk cId="1791717379" sldId="329"/>
        </pc:sldMkLst>
        <pc:spChg chg="mod">
          <ac:chgData name="Barboza-Salerno, Gia" userId="9b623e98-14e8-48e8-ab26-76a41cddf137" providerId="ADAL" clId="{B0A10E6A-74A0-4ADB-9A98-2CAB4055005B}" dt="2023-04-13T12:08:32.611" v="5823" actId="20577"/>
          <ac:spMkLst>
            <pc:docMk/>
            <pc:sldMk cId="1791717379" sldId="329"/>
            <ac:spMk id="2" creationId="{571666FE-96CC-5C0A-B235-88B5824F807D}"/>
          </ac:spMkLst>
        </pc:spChg>
        <pc:spChg chg="mod">
          <ac:chgData name="Barboza-Salerno, Gia" userId="9b623e98-14e8-48e8-ab26-76a41cddf137" providerId="ADAL" clId="{B0A10E6A-74A0-4ADB-9A98-2CAB4055005B}" dt="2023-04-13T12:10:51.525" v="6016" actId="20577"/>
          <ac:spMkLst>
            <pc:docMk/>
            <pc:sldMk cId="1791717379" sldId="329"/>
            <ac:spMk id="3" creationId="{35A4D951-EBE4-5877-A68C-657AFA1A4371}"/>
          </ac:spMkLst>
        </pc:spChg>
        <pc:spChg chg="del">
          <ac:chgData name="Barboza-Salerno, Gia" userId="9b623e98-14e8-48e8-ab26-76a41cddf137" providerId="ADAL" clId="{B0A10E6A-74A0-4ADB-9A98-2CAB4055005B}" dt="2023-04-13T12:08:25.580" v="5803" actId="478"/>
          <ac:spMkLst>
            <pc:docMk/>
            <pc:sldMk cId="1791717379" sldId="329"/>
            <ac:spMk id="4" creationId="{F6B17D1D-CCD8-BAA0-BB21-892A06B53C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F66510-BBBD-4154-A9DB-775BA09CF854}" type="datetimeFigureOut">
              <a:rPr lang="en-US" smtClean="0"/>
              <a:t>4/13/2023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6D0D24-7CDE-4B3B-83FD-38D4FBFEDC07}" type="slidenum">
              <a:rPr lang="en-US" smtClean="0"/>
              <a:t>‹#›</a:t>
            </a:fld>
            <a:endParaRPr lang="en-US"/>
          </a:p>
        </p:txBody>
      </p:sp>
    </p:spTree>
    <p:extLst>
      <p:ext uri="{BB962C8B-B14F-4D97-AF65-F5344CB8AC3E}">
        <p14:creationId xmlns:p14="http://schemas.microsoft.com/office/powerpoint/2010/main" val="823588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underlying factor explains the interrelationships between the variables</a:t>
            </a:r>
          </a:p>
          <a:p>
            <a:r>
              <a:rPr lang="en-US" b="0" i="0" dirty="0">
                <a:solidFill>
                  <a:srgbClr val="282828"/>
                </a:solidFill>
                <a:effectLst/>
                <a:latin typeface="MuseoSans"/>
              </a:rPr>
              <a:t>EFA is an integral method in the research process and s</a:t>
            </a:r>
          </a:p>
          <a:p>
            <a:r>
              <a:rPr lang="en-US" dirty="0"/>
              <a:t>depression, PTSD, life satisfaction, ACEs </a:t>
            </a:r>
            <a:r>
              <a:rPr lang="en-US" b="0" i="0" dirty="0" err="1">
                <a:solidFill>
                  <a:srgbClr val="282828"/>
                </a:solidFill>
                <a:effectLst/>
                <a:latin typeface="MuseoSans"/>
              </a:rPr>
              <a:t>cale</a:t>
            </a:r>
            <a:r>
              <a:rPr lang="en-US" b="0" i="0" dirty="0">
                <a:solidFill>
                  <a:srgbClr val="282828"/>
                </a:solidFill>
                <a:effectLst/>
                <a:latin typeface="MuseoSans"/>
              </a:rPr>
              <a:t> development</a:t>
            </a:r>
          </a:p>
          <a:p>
            <a:r>
              <a:rPr lang="en-US" b="0" i="0" dirty="0">
                <a:solidFill>
                  <a:srgbClr val="282828"/>
                </a:solidFill>
                <a:effectLst/>
                <a:latin typeface="MuseoSans"/>
              </a:rPr>
              <a:t>Example – Racial Identity Attitude Scale</a:t>
            </a:r>
          </a:p>
          <a:p>
            <a:r>
              <a:rPr lang="en-US" dirty="0"/>
              <a:t>the RIAS–B has been used to examine the relationship between the Black racial identity constructs and numerous variables, including academic achievement (Hood, 1998), acculturation (Morrow, 1998), gender role conflict (Wade, 1996), psychosocial competence (Carter, </a:t>
            </a:r>
            <a:r>
              <a:rPr lang="en-US" dirty="0" err="1"/>
              <a:t>DeSole</a:t>
            </a:r>
            <a:r>
              <a:rPr lang="en-US" dirty="0"/>
              <a:t>, </a:t>
            </a:r>
            <a:r>
              <a:rPr lang="en-US" dirty="0" err="1"/>
              <a:t>Sicalides</a:t>
            </a:r>
            <a:r>
              <a:rPr lang="en-US" dirty="0"/>
              <a:t>, Glass, &amp; Tyler, 1997), self-actualization (Parham &amp; Helms, 1985b), self-esteem (</a:t>
            </a:r>
            <a:r>
              <a:rPr lang="en-US" dirty="0" err="1"/>
              <a:t>Dartson</a:t>
            </a:r>
            <a:r>
              <a:rPr lang="en-US" dirty="0"/>
              <a:t>, 1999; Manning, 1998; Parham &amp; Helms, 1985a), social class (Carter &amp; Helms, 1988), and student involvement (Taylor &amp; Howard-Hamilton, 1995)</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500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w Cen MT" panose="020B0602020104020603"/>
                <a:ea typeface="+mn-ea"/>
                <a:cs typeface="+mn-cs"/>
              </a:rPr>
              <a:t>In FA we are assuming that the underlying factor called “stats anxiety” is driving the variables (plus error)</a:t>
            </a:r>
          </a:p>
          <a:p>
            <a:r>
              <a:rPr lang="en-US" dirty="0"/>
              <a:t>Notice the arrow points from the factor to the variable</a:t>
            </a:r>
          </a:p>
        </p:txBody>
      </p:sp>
      <p:sp>
        <p:nvSpPr>
          <p:cNvPr id="4" name="Slide Number Placeholder 3"/>
          <p:cNvSpPr>
            <a:spLocks noGrp="1"/>
          </p:cNvSpPr>
          <p:nvPr>
            <p:ph type="sldNum" sz="quarter" idx="5"/>
          </p:nvPr>
        </p:nvSpPr>
        <p:spPr/>
        <p:txBody>
          <a:bodyPr/>
          <a:lstStyle/>
          <a:p>
            <a:fld id="{796D0D24-7CDE-4B3B-83FD-38D4FBFEDC07}" type="slidenum">
              <a:rPr lang="en-US" smtClean="0"/>
              <a:t>7</a:t>
            </a:fld>
            <a:endParaRPr lang="en-US"/>
          </a:p>
        </p:txBody>
      </p:sp>
    </p:spTree>
    <p:extLst>
      <p:ext uri="{BB962C8B-B14F-4D97-AF65-F5344CB8AC3E}">
        <p14:creationId xmlns:p14="http://schemas.microsoft.com/office/powerpoint/2010/main" val="3295277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any partial correlation between any two observed variables is zero once the factor is partialed out</a:t>
            </a:r>
          </a:p>
          <a:p>
            <a:r>
              <a:rPr lang="en-US" b="0" i="0" dirty="0">
                <a:solidFill>
                  <a:srgbClr val="202124"/>
                </a:solidFill>
                <a:effectLst/>
                <a:latin typeface="Roboto" panose="02000000000000000000" pitchFamily="2" charset="0"/>
              </a:rPr>
              <a:t>The MSA is a statistic that indicates the proportion of variance in your variables that might be caused by underlying factors. </a:t>
            </a:r>
          </a:p>
          <a:p>
            <a:r>
              <a:rPr lang="en-US" b="0" i="0" dirty="0">
                <a:solidFill>
                  <a:srgbClr val="202124"/>
                </a:solidFill>
                <a:effectLst/>
                <a:latin typeface="Roboto" panose="02000000000000000000" pitchFamily="2" charset="0"/>
              </a:rPr>
              <a:t>High values (close to 1.0) generally indicate that a factor analysis may be useful with your data.</a:t>
            </a: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507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that the partial correlations should be relatively small if we are to get distinct factors from the analysis</a:t>
            </a:r>
          </a:p>
          <a:p>
            <a:r>
              <a:rPr lang="en-US" dirty="0"/>
              <a:t>If KMO MSA is significant data are appropriate for factor analysis</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0379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7183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too few factors are retained, then important information is lost and important factors may be neglected</a:t>
            </a:r>
          </a:p>
          <a:p>
            <a:r>
              <a:rPr lang="en-US" dirty="0"/>
              <a:t>Remember the goal is parsimony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0348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Increases the difficulty in attaching meaning because it will yield an increased number of cross-loadings where some variables will have similar factor loadings for multiple factors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7435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rPr>
              <a:t>Ideally, each variable appears in only one column</a:t>
            </a:r>
          </a:p>
          <a:p>
            <a:r>
              <a:rPr lang="en-US" b="0" i="0" dirty="0">
                <a:solidFill>
                  <a:srgbClr val="3B444F"/>
                </a:solidFill>
                <a:effectLst/>
                <a:latin typeface="open-sans"/>
              </a:rPr>
              <a:t>Rotation involves defining new coordinate systems so that when we rotate everything, the points fall close to the vertices (end points) of the new axes.</a:t>
            </a:r>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26</a:t>
            </a:fld>
            <a:endParaRPr lang="en-US"/>
          </a:p>
        </p:txBody>
      </p:sp>
    </p:spTree>
    <p:extLst>
      <p:ext uri="{BB962C8B-B14F-4D97-AF65-F5344CB8AC3E}">
        <p14:creationId xmlns:p14="http://schemas.microsoft.com/office/powerpoint/2010/main" val="977210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rPr>
              <a:t>Ideally, each variable appears in only one column</a:t>
            </a:r>
          </a:p>
          <a:p>
            <a:r>
              <a:rPr lang="en-US" b="0" i="0" dirty="0">
                <a:solidFill>
                  <a:srgbClr val="3B444F"/>
                </a:solidFill>
                <a:effectLst/>
                <a:latin typeface="open-sans"/>
              </a:rPr>
              <a:t>Rotation involves defining new coordinate systems so that when we rotate everything, the points fall close to the vertices (end points) of the new axes.</a:t>
            </a:r>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27</a:t>
            </a:fld>
            <a:endParaRPr lang="en-US"/>
          </a:p>
        </p:txBody>
      </p:sp>
    </p:spTree>
    <p:extLst>
      <p:ext uri="{BB962C8B-B14F-4D97-AF65-F5344CB8AC3E}">
        <p14:creationId xmlns:p14="http://schemas.microsoft.com/office/powerpoint/2010/main" val="1633282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 rotation means that the axes are being rotated so that the clusters of items fall as closely as possible to them. </a:t>
            </a:r>
          </a:p>
          <a:p>
            <a:r>
              <a:rPr lang="en-US" dirty="0"/>
              <a:t>Imagine rotating the axes so that they intersect the centroid of each cluster variables to get the essence of rotation. </a:t>
            </a:r>
          </a:p>
          <a:p>
            <a:r>
              <a:rPr lang="en-US" dirty="0"/>
              <a:t>Rotation means that the reference axes of the factors are turned about the origin until some other position has been reached</a:t>
            </a:r>
          </a:p>
          <a:p>
            <a:endParaRPr lang="en-US" dirty="0"/>
          </a:p>
          <a:p>
            <a:r>
              <a:rPr lang="en-US" dirty="0"/>
              <a:t>The effect is to redistribute the variance from earlier factors to later ones to achieve simpler and more meaningful factor pattern</a:t>
            </a:r>
          </a:p>
          <a:p>
            <a:endParaRPr lang="en-US" dirty="0"/>
          </a:p>
          <a:p>
            <a:r>
              <a:rPr lang="en-US" dirty="0"/>
              <a:t>The simplest case is orthogonal factor rotation where the axes are maintained at 90 degrees</a:t>
            </a:r>
          </a:p>
          <a:p>
            <a:r>
              <a:rPr lang="en-US" dirty="0"/>
              <a:t>When not constrained to being </a:t>
            </a:r>
            <a:r>
              <a:rPr lang="en-US" dirty="0" err="1"/>
              <a:t>orothogonal</a:t>
            </a:r>
            <a:r>
              <a:rPr lang="en-US" dirty="0"/>
              <a:t> the rotation procedure is called oblique</a:t>
            </a:r>
          </a:p>
          <a:p>
            <a:endParaRPr lang="en-US" dirty="0"/>
          </a:p>
          <a:p>
            <a:r>
              <a:rPr lang="en-US" dirty="0"/>
              <a:t>following rotation of the axes, the items now fall closer to each axis line</a:t>
            </a:r>
          </a:p>
          <a:p>
            <a:r>
              <a:rPr lang="en-US" dirty="0"/>
              <a:t>You can see that after rotating the factor axes, variables 3,4 and 5 load high on factor I and 1 and 2 load high on factor II</a:t>
            </a:r>
          </a:p>
          <a:p>
            <a:r>
              <a:rPr lang="en-US" dirty="0"/>
              <a:t>Notice too that the oblique factor rotation represents the clustering of variables more accurately because each rotated axis is now closer to the respective group or variables</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212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the % of variance in all the variables accounted for by each factor is computed as the sum of the squared factor loadings for that factor divided by the number of variables – which is also the same as dividing the eigenvalue of a factor by the number of variables in the model</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581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scale</a:t>
            </a:r>
          </a:p>
          <a:p>
            <a:pPr lvl="1"/>
            <a:r>
              <a:rPr lang="en-US" dirty="0"/>
              <a:t>Assumption: a correlation matrix can be calculated from the variables</a:t>
            </a:r>
          </a:p>
          <a:p>
            <a:pPr lvl="1"/>
            <a:r>
              <a:rPr lang="en-US" dirty="0"/>
              <a:t>This matrix is a Pearson matrix (i.e. a linear relationship exists)</a:t>
            </a:r>
          </a:p>
          <a:p>
            <a:pPr lvl="1"/>
            <a:r>
              <a:rPr lang="en-US" dirty="0"/>
              <a:t>Only use ordinal items if they meet the assumption of linearity</a:t>
            </a:r>
          </a:p>
          <a:p>
            <a:pPr lvl="1"/>
            <a:r>
              <a:rPr lang="en-US" dirty="0"/>
              <a:t>This will mostly be never </a:t>
            </a:r>
            <a:r>
              <a:rPr lang="en-US" dirty="0">
                <a:sym typeface="Wingdings" panose="05000000000000000000" pitchFamily="2" charset="2"/>
              </a:rPr>
              <a:t> use LCA/LPA</a:t>
            </a:r>
            <a:endParaRPr lang="en-US" dirty="0"/>
          </a:p>
          <a:p>
            <a:r>
              <a:rPr lang="en-US" dirty="0"/>
              <a:t>Sample Size</a:t>
            </a:r>
          </a:p>
          <a:p>
            <a:pPr lvl="1"/>
            <a:r>
              <a:rPr lang="en-US" dirty="0"/>
              <a:t>Minimum of 10 observations per variable </a:t>
            </a:r>
          </a:p>
          <a:p>
            <a:pPr lvl="1"/>
            <a:r>
              <a:rPr lang="en-US" dirty="0"/>
              <a:t>At least 200 cases</a:t>
            </a:r>
          </a:p>
          <a:p>
            <a:pPr marL="0" indent="0">
              <a:buNone/>
            </a:pPr>
            <a:r>
              <a:rPr lang="en-US" dirty="0"/>
              <a:t>Homogeneity of the sample in relation to the underlying factor structure</a:t>
            </a:r>
          </a:p>
          <a:p>
            <a:pPr marL="0" indent="0">
              <a:buNone/>
            </a:pPr>
            <a:r>
              <a:rPr lang="en-US" dirty="0"/>
              <a:t>The sample must be homogenous with respect to the underlying factor structure</a:t>
            </a:r>
          </a:p>
          <a:p>
            <a:pPr marL="0" indent="0">
              <a:buNone/>
            </a:pPr>
            <a:r>
              <a:rPr lang="en-US" dirty="0"/>
              <a:t>Example</a:t>
            </a:r>
          </a:p>
          <a:p>
            <a:r>
              <a:rPr lang="en-US" dirty="0"/>
              <a:t>If the sample differs on some known characteristic, on the variables you are analyzing then perform separate groups analysis</a:t>
            </a:r>
          </a:p>
          <a:p>
            <a:r>
              <a:rPr lang="en-US" dirty="0"/>
              <a:t>Example: 20 ratings gauging individual attitudes towards police, do group analysis using race/ethnicity as the grouping variable</a:t>
            </a:r>
          </a:p>
          <a:p>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35</a:t>
            </a:fld>
            <a:endParaRPr lang="en-US"/>
          </a:p>
        </p:txBody>
      </p:sp>
    </p:spTree>
    <p:extLst>
      <p:ext uri="{BB962C8B-B14F-4D97-AF65-F5344CB8AC3E}">
        <p14:creationId xmlns:p14="http://schemas.microsoft.com/office/powerpoint/2010/main" val="707241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BBECC-3869-96E6-C00C-1795FD21EE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72A97F-F45C-BFDF-2226-4CE9543F6E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EC770E-06E9-11BB-9B69-827B7B464CC2}"/>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5" name="Footer Placeholder 4">
            <a:extLst>
              <a:ext uri="{FF2B5EF4-FFF2-40B4-BE49-F238E27FC236}">
                <a16:creationId xmlns:a16="http://schemas.microsoft.com/office/drawing/2014/main" id="{7E976AE0-CA13-0EF0-8D4C-83A8EF9BA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F19533-D30D-A990-52B4-B7638133D62F}"/>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1544297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F9969-3CDC-E7D2-7EAA-39A6C03D5C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400DC1-FB7B-015A-A015-A8A7AEB264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94A3D1-0DA9-462F-15F2-4DF3A515CD67}"/>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5" name="Footer Placeholder 4">
            <a:extLst>
              <a:ext uri="{FF2B5EF4-FFF2-40B4-BE49-F238E27FC236}">
                <a16:creationId xmlns:a16="http://schemas.microsoft.com/office/drawing/2014/main" id="{FA209DC6-2743-C713-E02B-B3AAA10E9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B6777-DA8D-9E8D-ECC6-EE23AF3780CD}"/>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1299886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405D2-9F8D-5D09-5FEC-1ED1323D44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253EF7-57E4-CE35-7B22-62D59AD816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B0179C-67D0-0700-5DA5-CF3AF50587B7}"/>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5" name="Footer Placeholder 4">
            <a:extLst>
              <a:ext uri="{FF2B5EF4-FFF2-40B4-BE49-F238E27FC236}">
                <a16:creationId xmlns:a16="http://schemas.microsoft.com/office/drawing/2014/main" id="{91025690-D5F7-D858-DFD3-E9D62254CE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0BEF5-DF94-A175-1D4C-038C720A8E19}"/>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385668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CE19-7518-5E15-E03D-6A3A0EA00B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AEA26F-9E3D-9821-6D6B-4C1D22FAF9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32825D-7CCC-F1FE-0D61-69C9120365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0F027B-3850-09F8-6DA5-57680CA4D078}"/>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6" name="Footer Placeholder 5">
            <a:extLst>
              <a:ext uri="{FF2B5EF4-FFF2-40B4-BE49-F238E27FC236}">
                <a16:creationId xmlns:a16="http://schemas.microsoft.com/office/drawing/2014/main" id="{67CD918D-FA33-56B2-455D-1A94F253E9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9E8006-284D-E2FB-9FCA-B33A45AAD0B2}"/>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2634623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6A723-09D7-9EBF-04ED-EF25DA9A6A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6BFF1A-7E55-4E4F-7E33-B8224B1EA1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90227B-4967-11D5-4D6E-99220ADB2F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E4C020-BB98-2851-3FD4-C64E30A607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7A07D2-1FA6-382B-2969-8D89758471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85CCAC-298A-EBDF-46B4-641FF4EDCDB7}"/>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8" name="Footer Placeholder 7">
            <a:extLst>
              <a:ext uri="{FF2B5EF4-FFF2-40B4-BE49-F238E27FC236}">
                <a16:creationId xmlns:a16="http://schemas.microsoft.com/office/drawing/2014/main" id="{5840ACBF-7465-9C67-34FE-39A61BD7F5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46DA23-CF21-8CD7-1465-6835FD32A427}"/>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4051260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3FD7-A2FA-D0CC-C178-A34FDE25BC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C99102-08F8-FEE1-BC4B-06E3BD34B0FE}"/>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4" name="Footer Placeholder 3">
            <a:extLst>
              <a:ext uri="{FF2B5EF4-FFF2-40B4-BE49-F238E27FC236}">
                <a16:creationId xmlns:a16="http://schemas.microsoft.com/office/drawing/2014/main" id="{9F738F92-51D8-8544-BF03-87F9D91573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0178E5-9719-95A5-2562-CE23EC23C7C2}"/>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99239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373C45-565D-AEDA-E39A-65925CB9D442}"/>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3" name="Footer Placeholder 2">
            <a:extLst>
              <a:ext uri="{FF2B5EF4-FFF2-40B4-BE49-F238E27FC236}">
                <a16:creationId xmlns:a16="http://schemas.microsoft.com/office/drawing/2014/main" id="{5D5D4717-D3DC-9C39-529D-8E571604FA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3BD9A2-626F-F26D-6F96-759834B6C04E}"/>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1941391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137DD-37C3-C545-6002-DFE60C5EB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6C1007-0613-CFA6-FC14-8AF7CADE2A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1F6158-F778-B38C-F704-1B34DCB35A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E7C984-849D-5818-00C3-6923E28EF5AE}"/>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6" name="Footer Placeholder 5">
            <a:extLst>
              <a:ext uri="{FF2B5EF4-FFF2-40B4-BE49-F238E27FC236}">
                <a16:creationId xmlns:a16="http://schemas.microsoft.com/office/drawing/2014/main" id="{7576E71C-2462-D640-4EFA-9975E620FB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795C23-64D7-A1A1-FC49-EC6B7453BE2F}"/>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4076848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5705A-7FAB-EF5C-9DB1-7DB2F940D6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E679B6-D70B-D549-3A7A-93176A3B50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2E7472-82A7-E9A0-C4A4-1A4669741E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F10739-A32F-5674-B5D9-1796DB69964C}"/>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6" name="Footer Placeholder 5">
            <a:extLst>
              <a:ext uri="{FF2B5EF4-FFF2-40B4-BE49-F238E27FC236}">
                <a16:creationId xmlns:a16="http://schemas.microsoft.com/office/drawing/2014/main" id="{95096939-8B60-733B-A81B-ADFF62CE3E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9C708-5709-0F58-FBDC-D37208EB23A4}"/>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1194588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33B3A-20CF-3C49-C40D-436EA12599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CB371F-7A65-7C2E-5E60-CB79DD0EF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5C81A9-79F8-857D-022B-3A8BAF291F2F}"/>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5" name="Footer Placeholder 4">
            <a:extLst>
              <a:ext uri="{FF2B5EF4-FFF2-40B4-BE49-F238E27FC236}">
                <a16:creationId xmlns:a16="http://schemas.microsoft.com/office/drawing/2014/main" id="{EAB5E5CD-5D22-8921-7DC8-2D28C013BE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E861B8-4469-B867-FCC0-EBC6887C4F8A}"/>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1180039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1D3E1-315B-8256-B242-23FE980A1B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39EF2C-B480-2D43-8C40-5C18E26650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513CA4-70E0-6EC3-BB99-24DFA861004C}"/>
              </a:ext>
            </a:extLst>
          </p:cNvPr>
          <p:cNvSpPr>
            <a:spLocks noGrp="1"/>
          </p:cNvSpPr>
          <p:nvPr>
            <p:ph type="dt" sz="half" idx="10"/>
          </p:nvPr>
        </p:nvSpPr>
        <p:spPr/>
        <p:txBody>
          <a:bodyPr/>
          <a:lstStyle/>
          <a:p>
            <a:fld id="{FF0983F0-78B3-4235-86D6-014D9114406E}" type="datetimeFigureOut">
              <a:rPr lang="en-US" smtClean="0"/>
              <a:t>4/13/2023</a:t>
            </a:fld>
            <a:endParaRPr lang="en-US"/>
          </a:p>
        </p:txBody>
      </p:sp>
      <p:sp>
        <p:nvSpPr>
          <p:cNvPr id="5" name="Footer Placeholder 4">
            <a:extLst>
              <a:ext uri="{FF2B5EF4-FFF2-40B4-BE49-F238E27FC236}">
                <a16:creationId xmlns:a16="http://schemas.microsoft.com/office/drawing/2014/main" id="{6B04C1C1-876E-3ECC-E962-3E0DC8EE9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6078A4-8CDB-5CCC-1467-F1AD425535DC}"/>
              </a:ext>
            </a:extLst>
          </p:cNvPr>
          <p:cNvSpPr>
            <a:spLocks noGrp="1"/>
          </p:cNvSpPr>
          <p:nvPr>
            <p:ph type="sldNum" sz="quarter" idx="12"/>
          </p:nvPr>
        </p:nvSpPr>
        <p:spPr/>
        <p:txBody>
          <a:bodyPr/>
          <a:lstStyle/>
          <a:p>
            <a:fld id="{CEF86FB2-6C3C-4D7C-8C1E-8E6A8A756EB7}" type="slidenum">
              <a:rPr lang="en-US" smtClean="0"/>
              <a:t>‹#›</a:t>
            </a:fld>
            <a:endParaRPr lang="en-US"/>
          </a:p>
        </p:txBody>
      </p:sp>
    </p:spTree>
    <p:extLst>
      <p:ext uri="{BB962C8B-B14F-4D97-AF65-F5344CB8AC3E}">
        <p14:creationId xmlns:p14="http://schemas.microsoft.com/office/powerpoint/2010/main" val="3956251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27F4016-EED4-42CD-AE3E-32F085B140D5}" type="datetime1">
              <a:rPr lang="en-US" smtClean="0"/>
              <a:t>4/13/2023</a:t>
            </a:fld>
            <a:endParaRPr lang="en-US" dirty="0"/>
          </a:p>
        </p:txBody>
      </p:sp>
      <p:sp>
        <p:nvSpPr>
          <p:cNvPr id="5" name="Footer Placeholder 4"/>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4101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E12F83-8FA2-40AA-89C0-24D17D642F57}" type="datetime1">
              <a:rPr lang="en-US" smtClean="0"/>
              <a:t>4/13/2023</a:t>
            </a:fld>
            <a:endParaRPr lang="en-US" dirty="0"/>
          </a:p>
        </p:txBody>
      </p:sp>
      <p:sp>
        <p:nvSpPr>
          <p:cNvPr id="5" name="Footer Placeholder 4"/>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20918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2A8866-4D03-47DF-BA59-4D5C4B026E79}" type="datetime1">
              <a:rPr lang="en-US" smtClean="0"/>
              <a:t>4/13/2023</a:t>
            </a:fld>
            <a:endParaRPr lang="en-US" dirty="0"/>
          </a:p>
        </p:txBody>
      </p:sp>
      <p:sp>
        <p:nvSpPr>
          <p:cNvPr id="5" name="Footer Placeholder 4"/>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727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33C20D-0280-4312-9172-73CA4E4E5444}" type="datetime1">
              <a:rPr lang="en-US" smtClean="0"/>
              <a:t>4/13/2023</a:t>
            </a:fld>
            <a:endParaRPr lang="en-US" dirty="0"/>
          </a:p>
        </p:txBody>
      </p:sp>
      <p:sp>
        <p:nvSpPr>
          <p:cNvPr id="6" name="Footer Placeholder 5"/>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1257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602D49-1781-4270-989F-37062DF09B13}" type="datetime1">
              <a:rPr lang="en-US" smtClean="0"/>
              <a:t>4/13/2023</a:t>
            </a:fld>
            <a:endParaRPr lang="en-US" dirty="0"/>
          </a:p>
        </p:txBody>
      </p:sp>
      <p:sp>
        <p:nvSpPr>
          <p:cNvPr id="8" name="Footer Placeholder 7"/>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4339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FA93A1-67C2-4B0D-93FD-622300DBB98D}" type="datetime1">
              <a:rPr lang="en-US" smtClean="0"/>
              <a:t>4/13/2023</a:t>
            </a:fld>
            <a:endParaRPr lang="en-US" dirty="0"/>
          </a:p>
        </p:txBody>
      </p:sp>
      <p:sp>
        <p:nvSpPr>
          <p:cNvPr id="4" name="Footer Placeholder 3"/>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86135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AE197-551B-41E4-8A7F-401F4C6D1B47}" type="datetime1">
              <a:rPr lang="en-US" smtClean="0"/>
              <a:t>4/13/2023</a:t>
            </a:fld>
            <a:endParaRPr lang="en-US" dirty="0"/>
          </a:p>
        </p:txBody>
      </p:sp>
      <p:sp>
        <p:nvSpPr>
          <p:cNvPr id="3" name="Footer Placeholder 2"/>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2716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25E4C8-97E4-44C6-BC3A-7970B686881A}" type="datetime1">
              <a:rPr lang="en-US" smtClean="0"/>
              <a:t>4/13/2023</a:t>
            </a:fld>
            <a:endParaRPr lang="en-US" dirty="0"/>
          </a:p>
        </p:txBody>
      </p:sp>
      <p:sp>
        <p:nvSpPr>
          <p:cNvPr id="6" name="Footer Placeholder 5"/>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04834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FB6AE1-A0D5-44A6-96F7-167533B42C63}" type="datetime1">
              <a:rPr lang="en-US" smtClean="0"/>
              <a:t>4/13/2023</a:t>
            </a:fld>
            <a:endParaRPr lang="en-US" dirty="0"/>
          </a:p>
        </p:txBody>
      </p:sp>
      <p:sp>
        <p:nvSpPr>
          <p:cNvPr id="6" name="Footer Placeholder 5"/>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21959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8FF3BE-8AB6-4B3A-A447-47A0EE62B62F}" type="datetime1">
              <a:rPr lang="en-US" smtClean="0"/>
              <a:t>4/13/2023</a:t>
            </a:fld>
            <a:endParaRPr lang="en-US" dirty="0"/>
          </a:p>
        </p:txBody>
      </p:sp>
      <p:sp>
        <p:nvSpPr>
          <p:cNvPr id="5" name="Footer Placeholder 4"/>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682804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299AB0-73C5-44C3-A5E0-061B8E5FF7EC}" type="datetime1">
              <a:rPr lang="en-US" smtClean="0"/>
              <a:t>4/13/2023</a:t>
            </a:fld>
            <a:endParaRPr lang="en-US" dirty="0"/>
          </a:p>
        </p:txBody>
      </p:sp>
      <p:sp>
        <p:nvSpPr>
          <p:cNvPr id="5" name="Footer Placeholder 4"/>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157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A4E42D-AC40-D01A-1CCD-70D9946403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606723-A985-7F2A-B41C-D3A9364920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7F2312-F580-336C-9A73-13663E21D5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0983F0-78B3-4235-86D6-014D9114406E}" type="datetimeFigureOut">
              <a:rPr lang="en-US" smtClean="0"/>
              <a:t>4/13/2023</a:t>
            </a:fld>
            <a:endParaRPr lang="en-US"/>
          </a:p>
        </p:txBody>
      </p:sp>
      <p:sp>
        <p:nvSpPr>
          <p:cNvPr id="5" name="Footer Placeholder 4">
            <a:extLst>
              <a:ext uri="{FF2B5EF4-FFF2-40B4-BE49-F238E27FC236}">
                <a16:creationId xmlns:a16="http://schemas.microsoft.com/office/drawing/2014/main" id="{33C32FEC-DA83-9EB7-DC90-779103E949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077598-EC0F-E770-96B0-449CC8BEC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F86FB2-6C3C-4D7C-8C1E-8E6A8A756EB7}" type="slidenum">
              <a:rPr lang="en-US" smtClean="0"/>
              <a:t>‹#›</a:t>
            </a:fld>
            <a:endParaRPr lang="en-US"/>
          </a:p>
        </p:txBody>
      </p:sp>
    </p:spTree>
    <p:extLst>
      <p:ext uri="{BB962C8B-B14F-4D97-AF65-F5344CB8AC3E}">
        <p14:creationId xmlns:p14="http://schemas.microsoft.com/office/powerpoint/2010/main" val="288700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D7C8965-2823-4D60-B607-FF5A34C3EB2B}" type="datetime1">
              <a:rPr lang="en-US" smtClean="0"/>
              <a:t>4/13/2023</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Hahs-Vaughn, D. L. (2016).  Applied multivariate statistical concepts.  New York, NY: Routledge, Taylor &amp; Francis.</a:t>
            </a:r>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7F1E4F-1CFF-5643-939E-217C01CDF565}"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1550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hyperlink" Target="https://www.oecd.org/skills/piaac/data/" TargetMode="Externa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ample being pipetted into a petri dish">
            <a:extLst>
              <a:ext uri="{FF2B5EF4-FFF2-40B4-BE49-F238E27FC236}">
                <a16:creationId xmlns:a16="http://schemas.microsoft.com/office/drawing/2014/main" id="{467EF70A-DF13-ECCD-2201-25A5E0B2E7D3}"/>
              </a:ext>
            </a:extLst>
          </p:cNvPr>
          <p:cNvPicPr>
            <a:picLocks noChangeAspect="1"/>
          </p:cNvPicPr>
          <p:nvPr/>
        </p:nvPicPr>
        <p:blipFill rotWithShape="1">
          <a:blip r:embed="rId2"/>
          <a:srcRect l="14105" t="9091"/>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90EAEDC-260C-9B58-0FA6-ED7DDF6BC612}"/>
              </a:ext>
            </a:extLst>
          </p:cNvPr>
          <p:cNvSpPr>
            <a:spLocks noGrp="1"/>
          </p:cNvSpPr>
          <p:nvPr>
            <p:ph type="ctrTitle"/>
          </p:nvPr>
        </p:nvSpPr>
        <p:spPr>
          <a:xfrm>
            <a:off x="477981" y="1122363"/>
            <a:ext cx="4023360" cy="3204134"/>
          </a:xfrm>
        </p:spPr>
        <p:txBody>
          <a:bodyPr anchor="b">
            <a:normAutofit/>
          </a:bodyPr>
          <a:lstStyle/>
          <a:p>
            <a:pPr algn="l"/>
            <a:r>
              <a:rPr lang="en-US" sz="4800" dirty="0"/>
              <a:t>Factor Analysis</a:t>
            </a:r>
          </a:p>
        </p:txBody>
      </p:sp>
      <p:sp>
        <p:nvSpPr>
          <p:cNvPr id="3" name="Subtitle 2">
            <a:extLst>
              <a:ext uri="{FF2B5EF4-FFF2-40B4-BE49-F238E27FC236}">
                <a16:creationId xmlns:a16="http://schemas.microsoft.com/office/drawing/2014/main" id="{2A31EBDA-0281-D225-1404-B1AE7ACD0079}"/>
              </a:ext>
            </a:extLst>
          </p:cNvPr>
          <p:cNvSpPr>
            <a:spLocks noGrp="1"/>
          </p:cNvSpPr>
          <p:nvPr>
            <p:ph type="subTitle" idx="1"/>
          </p:nvPr>
        </p:nvSpPr>
        <p:spPr>
          <a:xfrm>
            <a:off x="477980" y="4872922"/>
            <a:ext cx="4023359" cy="1208141"/>
          </a:xfrm>
        </p:spPr>
        <p:txBody>
          <a:bodyPr>
            <a:normAutofit/>
          </a:bodyPr>
          <a:lstStyle/>
          <a:p>
            <a:pPr algn="l"/>
            <a:r>
              <a:rPr lang="en-US" sz="2000" dirty="0"/>
              <a:t>Review and Examples</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903039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63D17-414D-409D-AD4F-BA30BA0F2BD7}"/>
              </a:ext>
            </a:extLst>
          </p:cNvPr>
          <p:cNvSpPr>
            <a:spLocks noGrp="1"/>
          </p:cNvSpPr>
          <p:nvPr>
            <p:ph type="title"/>
          </p:nvPr>
        </p:nvSpPr>
        <p:spPr>
          <a:xfrm>
            <a:off x="1024128" y="585216"/>
            <a:ext cx="9720072" cy="1499616"/>
          </a:xfrm>
        </p:spPr>
        <p:txBody>
          <a:bodyPr>
            <a:normAutofit/>
          </a:bodyPr>
          <a:lstStyle/>
          <a:p>
            <a:r>
              <a:rPr lang="en-US" dirty="0"/>
              <a:t>What is factor analysis: Definitions</a:t>
            </a:r>
          </a:p>
        </p:txBody>
      </p:sp>
      <p:sp>
        <p:nvSpPr>
          <p:cNvPr id="3" name="Content Placeholder 2">
            <a:extLst>
              <a:ext uri="{FF2B5EF4-FFF2-40B4-BE49-F238E27FC236}">
                <a16:creationId xmlns:a16="http://schemas.microsoft.com/office/drawing/2014/main" id="{BA00B27C-E91E-4BB3-B9A8-7D6EFF40CAA9}"/>
              </a:ext>
            </a:extLst>
          </p:cNvPr>
          <p:cNvSpPr>
            <a:spLocks noGrp="1"/>
          </p:cNvSpPr>
          <p:nvPr>
            <p:ph idx="1"/>
          </p:nvPr>
        </p:nvSpPr>
        <p:spPr>
          <a:xfrm>
            <a:off x="1024128" y="2286000"/>
            <a:ext cx="4754880" cy="4023360"/>
          </a:xfrm>
        </p:spPr>
        <p:txBody>
          <a:bodyPr>
            <a:normAutofit/>
          </a:bodyPr>
          <a:lstStyle/>
          <a:p>
            <a:r>
              <a:rPr lang="en-US" dirty="0"/>
              <a:t>In Social Work, we use many measures to capture different ‘constructs’</a:t>
            </a:r>
          </a:p>
          <a:p>
            <a:pPr lvl="1"/>
            <a:r>
              <a:rPr lang="en-US" dirty="0"/>
              <a:t>Examples: ???</a:t>
            </a:r>
          </a:p>
          <a:p>
            <a:pPr lvl="1"/>
            <a:r>
              <a:rPr lang="en-US" dirty="0"/>
              <a:t>To be representative of the underlying construct, the variables should ‘cluster’ together around that construct</a:t>
            </a:r>
          </a:p>
          <a:p>
            <a:pPr lvl="1"/>
            <a:r>
              <a:rPr lang="en-US" dirty="0"/>
              <a:t>Recall the construct is called the latent variable</a:t>
            </a:r>
          </a:p>
        </p:txBody>
      </p:sp>
      <p:pic>
        <p:nvPicPr>
          <p:cNvPr id="4" name="Content Placeholder 5" descr="Text&#10;&#10;Description automatically generated with low confidence">
            <a:extLst>
              <a:ext uri="{FF2B5EF4-FFF2-40B4-BE49-F238E27FC236}">
                <a16:creationId xmlns:a16="http://schemas.microsoft.com/office/drawing/2014/main" id="{5CEA6072-9725-8017-908B-E73F5D4B43B0}"/>
              </a:ext>
            </a:extLst>
          </p:cNvPr>
          <p:cNvPicPr>
            <a:picLocks noChangeAspect="1"/>
          </p:cNvPicPr>
          <p:nvPr/>
        </p:nvPicPr>
        <p:blipFill rotWithShape="1">
          <a:blip r:embed="rId3"/>
          <a:srcRect t="959" r="3" b="3"/>
          <a:stretch/>
        </p:blipFill>
        <p:spPr>
          <a:xfrm>
            <a:off x="6412994" y="2128891"/>
            <a:ext cx="4526278" cy="4023360"/>
          </a:xfrm>
          <a:prstGeom prst="rect">
            <a:avLst/>
          </a:prstGeom>
        </p:spPr>
      </p:pic>
      <p:sp>
        <p:nvSpPr>
          <p:cNvPr id="6" name="TextBox 5">
            <a:extLst>
              <a:ext uri="{FF2B5EF4-FFF2-40B4-BE49-F238E27FC236}">
                <a16:creationId xmlns:a16="http://schemas.microsoft.com/office/drawing/2014/main" id="{982F7602-9F11-52DC-CDD7-965E3749FE8D}"/>
              </a:ext>
            </a:extLst>
          </p:cNvPr>
          <p:cNvSpPr txBox="1"/>
          <p:nvPr/>
        </p:nvSpPr>
        <p:spPr>
          <a:xfrm>
            <a:off x="6412994" y="5986194"/>
            <a:ext cx="4526278" cy="646331"/>
          </a:xfrm>
          <a:prstGeom prst="rect">
            <a:avLst/>
          </a:prstGeom>
          <a:noFill/>
        </p:spPr>
        <p:txBody>
          <a:bodyPr wrap="square">
            <a:spAutoFit/>
          </a:bodyPr>
          <a:lstStyle/>
          <a:p>
            <a:r>
              <a:rPr lang="en-US" sz="1200" b="0" i="0" dirty="0">
                <a:solidFill>
                  <a:srgbClr val="222222"/>
                </a:solidFill>
                <a:effectLst/>
                <a:latin typeface="Arial" panose="020B0604020202020204" pitchFamily="34" charset="0"/>
              </a:rPr>
              <a:t>Vandiver, B. J., Cross Jr, W. E., Worrell, F. C., &amp; </a:t>
            </a:r>
            <a:r>
              <a:rPr lang="en-US" sz="1200" b="0" i="0" dirty="0" err="1">
                <a:solidFill>
                  <a:srgbClr val="222222"/>
                </a:solidFill>
                <a:effectLst/>
                <a:latin typeface="Arial" panose="020B0604020202020204" pitchFamily="34" charset="0"/>
              </a:rPr>
              <a:t>Fhagen</a:t>
            </a:r>
            <a:r>
              <a:rPr lang="en-US" sz="1200" b="0" i="0" dirty="0">
                <a:solidFill>
                  <a:srgbClr val="222222"/>
                </a:solidFill>
                <a:effectLst/>
                <a:latin typeface="Arial" panose="020B0604020202020204" pitchFamily="34" charset="0"/>
              </a:rPr>
              <a:t>-Smith, P. E. (2002). Validating the Cross Racial Identity Scale. </a:t>
            </a:r>
            <a:r>
              <a:rPr lang="en-US" sz="1200" b="0" i="1" dirty="0">
                <a:solidFill>
                  <a:srgbClr val="222222"/>
                </a:solidFill>
                <a:effectLst/>
                <a:latin typeface="Arial" panose="020B0604020202020204" pitchFamily="34" charset="0"/>
              </a:rPr>
              <a:t>Journal of Counseling psychology</a:t>
            </a:r>
            <a:r>
              <a:rPr lang="en-US" sz="1200" b="0" i="0" dirty="0">
                <a:solidFill>
                  <a:srgbClr val="222222"/>
                </a:solidFill>
                <a:effectLst/>
                <a:latin typeface="Arial" panose="020B0604020202020204" pitchFamily="34" charset="0"/>
              </a:rPr>
              <a:t>, </a:t>
            </a:r>
            <a:r>
              <a:rPr lang="en-US" sz="1200" b="0" i="1" dirty="0">
                <a:solidFill>
                  <a:srgbClr val="222222"/>
                </a:solidFill>
                <a:effectLst/>
                <a:latin typeface="Arial" panose="020B0604020202020204" pitchFamily="34" charset="0"/>
              </a:rPr>
              <a:t>49</a:t>
            </a:r>
            <a:r>
              <a:rPr lang="en-US" sz="1200" b="0" i="0" dirty="0">
                <a:solidFill>
                  <a:srgbClr val="222222"/>
                </a:solidFill>
                <a:effectLst/>
                <a:latin typeface="Arial" panose="020B0604020202020204" pitchFamily="34" charset="0"/>
              </a:rPr>
              <a:t>(1), 71.</a:t>
            </a:r>
            <a:endParaRPr lang="en-US" sz="1200" dirty="0"/>
          </a:p>
        </p:txBody>
      </p:sp>
    </p:spTree>
    <p:extLst>
      <p:ext uri="{BB962C8B-B14F-4D97-AF65-F5344CB8AC3E}">
        <p14:creationId xmlns:p14="http://schemas.microsoft.com/office/powerpoint/2010/main" val="191593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5BF0B-EB54-8E79-42E5-2ABD24B00106}"/>
              </a:ext>
            </a:extLst>
          </p:cNvPr>
          <p:cNvSpPr>
            <a:spLocks noGrp="1"/>
          </p:cNvSpPr>
          <p:nvPr>
            <p:ph type="title"/>
          </p:nvPr>
        </p:nvSpPr>
        <p:spPr/>
        <p:txBody>
          <a:bodyPr/>
          <a:lstStyle/>
          <a:p>
            <a:r>
              <a:rPr lang="en-US" dirty="0"/>
              <a:t>What is factor analysis: Definitions</a:t>
            </a:r>
          </a:p>
        </p:txBody>
      </p:sp>
      <p:sp>
        <p:nvSpPr>
          <p:cNvPr id="3" name="Content Placeholder 2">
            <a:extLst>
              <a:ext uri="{FF2B5EF4-FFF2-40B4-BE49-F238E27FC236}">
                <a16:creationId xmlns:a16="http://schemas.microsoft.com/office/drawing/2014/main" id="{B764311D-8006-70A4-94A5-D0AB4C4623BA}"/>
              </a:ext>
            </a:extLst>
          </p:cNvPr>
          <p:cNvSpPr>
            <a:spLocks noGrp="1"/>
          </p:cNvSpPr>
          <p:nvPr>
            <p:ph idx="1"/>
          </p:nvPr>
        </p:nvSpPr>
        <p:spPr/>
        <p:txBody>
          <a:bodyPr/>
          <a:lstStyle/>
          <a:p>
            <a:r>
              <a:rPr lang="en-US" dirty="0"/>
              <a:t>We use factor analysis to </a:t>
            </a:r>
            <a:r>
              <a:rPr lang="en-US" b="1" i="1" dirty="0"/>
              <a:t>statistically</a:t>
            </a:r>
            <a:r>
              <a:rPr lang="en-US" dirty="0"/>
              <a:t> justify the construct</a:t>
            </a:r>
          </a:p>
          <a:p>
            <a:pPr lvl="1"/>
            <a:r>
              <a:rPr lang="en-US" dirty="0"/>
              <a:t>FA analyzes the </a:t>
            </a:r>
            <a:r>
              <a:rPr lang="en-US" i="1" dirty="0"/>
              <a:t>structure of the interrelationships</a:t>
            </a:r>
            <a:r>
              <a:rPr lang="en-US" dirty="0"/>
              <a:t> among many variables in a concise but accurate manner</a:t>
            </a:r>
          </a:p>
          <a:p>
            <a:pPr lvl="1"/>
            <a:r>
              <a:rPr lang="en-US" dirty="0"/>
              <a:t>This aids in conceptualization by identifying variables that do not fit the construct and by developing the underlying factors</a:t>
            </a:r>
          </a:p>
          <a:p>
            <a:r>
              <a:rPr lang="en-US" dirty="0"/>
              <a:t>FA reduces items from a larger set of items that do not share a ‘sufficient’ amount of variance with the other items in the set</a:t>
            </a:r>
          </a:p>
          <a:p>
            <a:endParaRPr lang="en-US" dirty="0"/>
          </a:p>
        </p:txBody>
      </p:sp>
    </p:spTree>
    <p:extLst>
      <p:ext uri="{BB962C8B-B14F-4D97-AF65-F5344CB8AC3E}">
        <p14:creationId xmlns:p14="http://schemas.microsoft.com/office/powerpoint/2010/main" val="2468121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4C90E-8E4B-2C0A-6ECA-9A466E589251}"/>
              </a:ext>
            </a:extLst>
          </p:cNvPr>
          <p:cNvSpPr>
            <a:spLocks noGrp="1"/>
          </p:cNvSpPr>
          <p:nvPr>
            <p:ph type="title"/>
          </p:nvPr>
        </p:nvSpPr>
        <p:spPr>
          <a:xfrm>
            <a:off x="1024128" y="585216"/>
            <a:ext cx="3133581" cy="1499616"/>
          </a:xfrm>
        </p:spPr>
        <p:txBody>
          <a:bodyPr>
            <a:normAutofit/>
          </a:bodyPr>
          <a:lstStyle/>
          <a:p>
            <a:r>
              <a:rPr lang="en-US" sz="4000" dirty="0"/>
              <a:t>Statistical Model</a:t>
            </a:r>
          </a:p>
        </p:txBody>
      </p:sp>
      <p:sp>
        <p:nvSpPr>
          <p:cNvPr id="4102" name="Content Placeholder 4101">
            <a:extLst>
              <a:ext uri="{FF2B5EF4-FFF2-40B4-BE49-F238E27FC236}">
                <a16:creationId xmlns:a16="http://schemas.microsoft.com/office/drawing/2014/main" id="{34D97D9E-8E14-B713-5531-BC66545B8D4E}"/>
              </a:ext>
            </a:extLst>
          </p:cNvPr>
          <p:cNvSpPr>
            <a:spLocks noGrp="1"/>
          </p:cNvSpPr>
          <p:nvPr>
            <p:ph idx="1"/>
          </p:nvPr>
        </p:nvSpPr>
        <p:spPr>
          <a:xfrm>
            <a:off x="1024128" y="2286000"/>
            <a:ext cx="3133580" cy="3931920"/>
          </a:xfrm>
        </p:spPr>
        <p:txBody>
          <a:bodyPr>
            <a:normAutofit/>
          </a:bodyPr>
          <a:lstStyle/>
          <a:p>
            <a:r>
              <a:rPr lang="en-US" sz="1600" dirty="0"/>
              <a:t>EFA does not presuppose a theoretical structure</a:t>
            </a:r>
          </a:p>
          <a:p>
            <a:r>
              <a:rPr lang="en-US" sz="1600" dirty="0"/>
              <a:t>Useful as a starting point for understanding empirical structures or identifying problems with existing scales</a:t>
            </a:r>
          </a:p>
          <a:p>
            <a:r>
              <a:rPr lang="en-US" sz="1600" dirty="0"/>
              <a:t>Correlations between items are used to infer the presence of an underlying variable (latent)</a:t>
            </a:r>
          </a:p>
          <a:p>
            <a:r>
              <a:rPr lang="en-US" sz="1600" dirty="0"/>
              <a:t>Cross loadings: One important consideration is that all items are allowed to load on any factor (compare CFA)</a:t>
            </a:r>
          </a:p>
        </p:txBody>
      </p:sp>
      <p:pic>
        <p:nvPicPr>
          <p:cNvPr id="4098" name="Picture 2">
            <a:extLst>
              <a:ext uri="{FF2B5EF4-FFF2-40B4-BE49-F238E27FC236}">
                <a16:creationId xmlns:a16="http://schemas.microsoft.com/office/drawing/2014/main" id="{51CDDFF0-7089-5B97-DEA4-E72BA1CB0D4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42342" y="794718"/>
            <a:ext cx="6909577" cy="5268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041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0C4C5-97B5-D086-C337-03DC628881A4}"/>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7D2BAED5-ECA7-819D-5ACE-65D65EF116B2}"/>
              </a:ext>
            </a:extLst>
          </p:cNvPr>
          <p:cNvSpPr>
            <a:spLocks noGrp="1"/>
          </p:cNvSpPr>
          <p:nvPr>
            <p:ph idx="1"/>
          </p:nvPr>
        </p:nvSpPr>
        <p:spPr/>
        <p:txBody>
          <a:bodyPr/>
          <a:lstStyle/>
          <a:p>
            <a:r>
              <a:rPr lang="en-US" dirty="0"/>
              <a:t>How many reliable and interpretable factors/components are there in a set of variables?</a:t>
            </a:r>
          </a:p>
          <a:p>
            <a:r>
              <a:rPr lang="en-US" dirty="0"/>
              <a:t>How many factors/components should be extracted?</a:t>
            </a:r>
          </a:p>
          <a:p>
            <a:r>
              <a:rPr lang="en-US" dirty="0"/>
              <a:t>How much variance in a set of variables is accounted for by the retained factors/components?</a:t>
            </a:r>
          </a:p>
          <a:p>
            <a:r>
              <a:rPr lang="en-US" dirty="0"/>
              <a:t>How are the factors/components interpreted? (Note: this is subjective)</a:t>
            </a:r>
          </a:p>
        </p:txBody>
      </p:sp>
    </p:spTree>
    <p:extLst>
      <p:ext uri="{BB962C8B-B14F-4D97-AF65-F5344CB8AC3E}">
        <p14:creationId xmlns:p14="http://schemas.microsoft.com/office/powerpoint/2010/main" val="388316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0D63-17F9-7631-8B05-C6FDEB4F6F81}"/>
              </a:ext>
            </a:extLst>
          </p:cNvPr>
          <p:cNvSpPr>
            <a:spLocks noGrp="1"/>
          </p:cNvSpPr>
          <p:nvPr>
            <p:ph type="title"/>
          </p:nvPr>
        </p:nvSpPr>
        <p:spPr/>
        <p:txBody>
          <a:bodyPr/>
          <a:lstStyle/>
          <a:p>
            <a:r>
              <a:rPr lang="en-US" dirty="0"/>
              <a:t>EFA Steps with Factor Extraction</a:t>
            </a:r>
          </a:p>
        </p:txBody>
      </p:sp>
      <p:sp>
        <p:nvSpPr>
          <p:cNvPr id="3" name="Content Placeholder 2">
            <a:extLst>
              <a:ext uri="{FF2B5EF4-FFF2-40B4-BE49-F238E27FC236}">
                <a16:creationId xmlns:a16="http://schemas.microsoft.com/office/drawing/2014/main" id="{7F62123C-53D8-31D5-328A-7C791C8CADF6}"/>
              </a:ext>
            </a:extLst>
          </p:cNvPr>
          <p:cNvSpPr>
            <a:spLocks noGrp="1"/>
          </p:cNvSpPr>
          <p:nvPr>
            <p:ph idx="1"/>
          </p:nvPr>
        </p:nvSpPr>
        <p:spPr/>
        <p:txBody>
          <a:bodyPr/>
          <a:lstStyle/>
          <a:p>
            <a:r>
              <a:rPr lang="en-US" dirty="0"/>
              <a:t>Decisions before running the analysis</a:t>
            </a:r>
          </a:p>
          <a:p>
            <a:pPr lvl="1"/>
            <a:r>
              <a:rPr lang="en-US" dirty="0"/>
              <a:t>Association Matrix generation</a:t>
            </a:r>
          </a:p>
          <a:p>
            <a:pPr lvl="2"/>
            <a:r>
              <a:rPr lang="en-US" sz="1600" dirty="0"/>
              <a:t>Run the correlation matrix between variables</a:t>
            </a:r>
          </a:p>
          <a:p>
            <a:pPr lvl="1"/>
            <a:r>
              <a:rPr lang="en-US" sz="2000" dirty="0"/>
              <a:t>Method of extraction (2)</a:t>
            </a:r>
          </a:p>
          <a:p>
            <a:pPr lvl="2"/>
            <a:r>
              <a:rPr lang="en-US" sz="1600" dirty="0"/>
              <a:t>The way you will estimate the variability explained by the input items to generate a parsimonious set of factors</a:t>
            </a:r>
          </a:p>
          <a:p>
            <a:pPr lvl="2"/>
            <a:r>
              <a:rPr lang="en-US" sz="1600" dirty="0"/>
              <a:t>We use Maximum Likelihood Estimation (MLE)</a:t>
            </a:r>
          </a:p>
          <a:p>
            <a:pPr lvl="1"/>
            <a:r>
              <a:rPr lang="en-US" sz="2000" dirty="0"/>
              <a:t>Method of rotation</a:t>
            </a:r>
          </a:p>
          <a:p>
            <a:pPr lvl="2"/>
            <a:r>
              <a:rPr lang="en-US" sz="1600" dirty="0"/>
              <a:t>Refers to changing of the scale of the factor data ‘vectors’ over an n-dimensional space</a:t>
            </a:r>
          </a:p>
          <a:p>
            <a:pPr lvl="2"/>
            <a:r>
              <a:rPr lang="en-US" sz="1600" dirty="0"/>
              <a:t>Two categories</a:t>
            </a:r>
          </a:p>
          <a:p>
            <a:pPr lvl="3"/>
            <a:r>
              <a:rPr lang="en-US" sz="1600" dirty="0"/>
              <a:t>Orthogonal – assumes the factors are uncorrelated</a:t>
            </a:r>
          </a:p>
          <a:p>
            <a:pPr lvl="3"/>
            <a:r>
              <a:rPr lang="en-US" sz="1600" dirty="0"/>
              <a:t>Oblique – allows for the factors to be correlated</a:t>
            </a:r>
          </a:p>
          <a:p>
            <a:pPr lvl="4"/>
            <a:r>
              <a:rPr lang="en-US" sz="1600" dirty="0"/>
              <a:t>We use an oblique rotation, such as </a:t>
            </a:r>
            <a:r>
              <a:rPr lang="en-US" sz="1600" dirty="0" err="1"/>
              <a:t>promax</a:t>
            </a:r>
            <a:r>
              <a:rPr lang="en-US" sz="1600" dirty="0"/>
              <a:t> (??)</a:t>
            </a:r>
          </a:p>
          <a:p>
            <a:pPr lvl="1"/>
            <a:endParaRPr lang="en-US" dirty="0"/>
          </a:p>
        </p:txBody>
      </p:sp>
      <p:sp>
        <p:nvSpPr>
          <p:cNvPr id="5" name="Left Brace 4">
            <a:extLst>
              <a:ext uri="{FF2B5EF4-FFF2-40B4-BE49-F238E27FC236}">
                <a16:creationId xmlns:a16="http://schemas.microsoft.com/office/drawing/2014/main" id="{4869C530-CEF5-3475-7AE0-270F781714B9}"/>
              </a:ext>
            </a:extLst>
          </p:cNvPr>
          <p:cNvSpPr/>
          <p:nvPr/>
        </p:nvSpPr>
        <p:spPr>
          <a:xfrm>
            <a:off x="362947" y="3309426"/>
            <a:ext cx="846875" cy="267637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67816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FFD4B-4098-02D3-4E2F-F4B08B90C34E}"/>
              </a:ext>
            </a:extLst>
          </p:cNvPr>
          <p:cNvSpPr>
            <a:spLocks noGrp="1"/>
          </p:cNvSpPr>
          <p:nvPr>
            <p:ph type="title"/>
          </p:nvPr>
        </p:nvSpPr>
        <p:spPr>
          <a:xfrm>
            <a:off x="1024128" y="585216"/>
            <a:ext cx="3133581" cy="1499616"/>
          </a:xfrm>
        </p:spPr>
        <p:txBody>
          <a:bodyPr>
            <a:normAutofit/>
          </a:bodyPr>
          <a:lstStyle/>
          <a:p>
            <a:r>
              <a:rPr lang="en-US" sz="3700"/>
              <a:t>Example: STATISTICS ANXIETY</a:t>
            </a:r>
          </a:p>
        </p:txBody>
      </p:sp>
      <p:sp>
        <p:nvSpPr>
          <p:cNvPr id="10" name="Content Placeholder 9">
            <a:extLst>
              <a:ext uri="{FF2B5EF4-FFF2-40B4-BE49-F238E27FC236}">
                <a16:creationId xmlns:a16="http://schemas.microsoft.com/office/drawing/2014/main" id="{4970C357-8BFF-17E4-218A-85A6BFE6D87F}"/>
              </a:ext>
            </a:extLst>
          </p:cNvPr>
          <p:cNvSpPr>
            <a:spLocks noGrp="1"/>
          </p:cNvSpPr>
          <p:nvPr>
            <p:ph idx="1"/>
          </p:nvPr>
        </p:nvSpPr>
        <p:spPr>
          <a:xfrm>
            <a:off x="551329" y="2286000"/>
            <a:ext cx="7974106" cy="4168588"/>
          </a:xfrm>
        </p:spPr>
        <p:txBody>
          <a:bodyPr>
            <a:normAutofit/>
          </a:bodyPr>
          <a:lstStyle/>
          <a:p>
            <a:pPr algn="l">
              <a:buFont typeface="+mj-lt"/>
              <a:buAutoNum type="arabicPeriod"/>
            </a:pPr>
            <a:r>
              <a:rPr lang="en-US" sz="2000" b="0" i="0" dirty="0">
                <a:solidFill>
                  <a:srgbClr val="333333"/>
                </a:solidFill>
                <a:effectLst/>
                <a:latin typeface="ProximaNova"/>
              </a:rPr>
              <a:t> Statistics makes me cry</a:t>
            </a:r>
          </a:p>
          <a:p>
            <a:pPr algn="l">
              <a:buFont typeface="+mj-lt"/>
              <a:buAutoNum type="arabicPeriod"/>
            </a:pPr>
            <a:r>
              <a:rPr lang="en-US" sz="2000" b="0" i="0" dirty="0">
                <a:solidFill>
                  <a:srgbClr val="333333"/>
                </a:solidFill>
                <a:effectLst/>
                <a:latin typeface="ProximaNova"/>
              </a:rPr>
              <a:t> My friends will think I’m stupid for not being able to cope with SPSS</a:t>
            </a:r>
          </a:p>
          <a:p>
            <a:pPr algn="l">
              <a:buFont typeface="+mj-lt"/>
              <a:buAutoNum type="arabicPeriod"/>
            </a:pPr>
            <a:r>
              <a:rPr lang="en-US" sz="2000" b="0" i="0" dirty="0">
                <a:solidFill>
                  <a:srgbClr val="333333"/>
                </a:solidFill>
                <a:effectLst/>
                <a:latin typeface="ProximaNova"/>
              </a:rPr>
              <a:t> Standard deviations excite me</a:t>
            </a:r>
          </a:p>
          <a:p>
            <a:pPr algn="l">
              <a:buFont typeface="+mj-lt"/>
              <a:buAutoNum type="arabicPeriod"/>
            </a:pPr>
            <a:r>
              <a:rPr lang="en-US" sz="2000" b="0" i="0" dirty="0">
                <a:solidFill>
                  <a:srgbClr val="333333"/>
                </a:solidFill>
                <a:effectLst/>
                <a:latin typeface="ProximaNova"/>
              </a:rPr>
              <a:t> I dream that Pearson is attacking me with correlation coefficients</a:t>
            </a:r>
          </a:p>
          <a:p>
            <a:pPr algn="l">
              <a:buFont typeface="+mj-lt"/>
              <a:buAutoNum type="arabicPeriod"/>
            </a:pPr>
            <a:r>
              <a:rPr lang="en-US" sz="2000" b="0" i="0" dirty="0">
                <a:solidFill>
                  <a:srgbClr val="333333"/>
                </a:solidFill>
                <a:effectLst/>
                <a:latin typeface="ProximaNova"/>
              </a:rPr>
              <a:t> I don’t understand statistics</a:t>
            </a:r>
          </a:p>
          <a:p>
            <a:pPr algn="l">
              <a:buFont typeface="+mj-lt"/>
              <a:buAutoNum type="arabicPeriod"/>
            </a:pPr>
            <a:r>
              <a:rPr lang="en-US" sz="2000" b="0" i="0" dirty="0">
                <a:solidFill>
                  <a:srgbClr val="333333"/>
                </a:solidFill>
                <a:effectLst/>
                <a:latin typeface="ProximaNova"/>
              </a:rPr>
              <a:t> I have little experience of computers</a:t>
            </a:r>
          </a:p>
          <a:p>
            <a:pPr algn="l">
              <a:buFont typeface="+mj-lt"/>
              <a:buAutoNum type="arabicPeriod"/>
            </a:pPr>
            <a:r>
              <a:rPr lang="en-US" sz="2000" b="0" i="0" dirty="0">
                <a:solidFill>
                  <a:srgbClr val="333333"/>
                </a:solidFill>
                <a:effectLst/>
                <a:latin typeface="ProximaNova"/>
              </a:rPr>
              <a:t> All computers hate me</a:t>
            </a:r>
          </a:p>
          <a:p>
            <a:pPr algn="l">
              <a:buFont typeface="+mj-lt"/>
              <a:buAutoNum type="arabicPeriod"/>
            </a:pPr>
            <a:r>
              <a:rPr lang="en-US" sz="2000" b="0" i="0" dirty="0">
                <a:solidFill>
                  <a:srgbClr val="333333"/>
                </a:solidFill>
                <a:effectLst/>
                <a:latin typeface="ProximaNova"/>
              </a:rPr>
              <a:t> I have never been good at mathematics</a:t>
            </a:r>
          </a:p>
          <a:p>
            <a:endParaRPr lang="en-US" sz="1600" dirty="0"/>
          </a:p>
        </p:txBody>
      </p:sp>
      <p:pic>
        <p:nvPicPr>
          <p:cNvPr id="6" name="Content Placeholder 5" descr="Chart, diagram&#10;&#10;Description automatically generated">
            <a:extLst>
              <a:ext uri="{FF2B5EF4-FFF2-40B4-BE49-F238E27FC236}">
                <a16:creationId xmlns:a16="http://schemas.microsoft.com/office/drawing/2014/main" id="{4DCC89B9-3502-0040-C9AF-8AD6739B8A29}"/>
              </a:ext>
            </a:extLst>
          </p:cNvPr>
          <p:cNvPicPr>
            <a:picLocks noChangeAspect="1"/>
          </p:cNvPicPr>
          <p:nvPr/>
        </p:nvPicPr>
        <p:blipFill>
          <a:blip r:embed="rId3"/>
          <a:stretch>
            <a:fillRect/>
          </a:stretch>
        </p:blipFill>
        <p:spPr>
          <a:xfrm>
            <a:off x="8034293" y="1333948"/>
            <a:ext cx="3591275" cy="5120640"/>
          </a:xfrm>
          <a:prstGeom prst="rect">
            <a:avLst/>
          </a:prstGeom>
        </p:spPr>
      </p:pic>
      <p:sp>
        <p:nvSpPr>
          <p:cNvPr id="3" name="Oval 2">
            <a:extLst>
              <a:ext uri="{FF2B5EF4-FFF2-40B4-BE49-F238E27FC236}">
                <a16:creationId xmlns:a16="http://schemas.microsoft.com/office/drawing/2014/main" id="{11A6E460-A02B-D755-C669-08E11CCD8318}"/>
              </a:ext>
            </a:extLst>
          </p:cNvPr>
          <p:cNvSpPr/>
          <p:nvPr/>
        </p:nvSpPr>
        <p:spPr>
          <a:xfrm>
            <a:off x="10330238" y="3225113"/>
            <a:ext cx="1134196" cy="10626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Stats Anxiety</a:t>
            </a:r>
          </a:p>
        </p:txBody>
      </p:sp>
      <p:sp>
        <p:nvSpPr>
          <p:cNvPr id="4" name="TextBox 3">
            <a:extLst>
              <a:ext uri="{FF2B5EF4-FFF2-40B4-BE49-F238E27FC236}">
                <a16:creationId xmlns:a16="http://schemas.microsoft.com/office/drawing/2014/main" id="{EB5E3495-FA5F-73B9-4717-15F645FA611D}"/>
              </a:ext>
            </a:extLst>
          </p:cNvPr>
          <p:cNvSpPr txBox="1"/>
          <p:nvPr/>
        </p:nvSpPr>
        <p:spPr>
          <a:xfrm>
            <a:off x="409575" y="6362700"/>
            <a:ext cx="6617261" cy="369332"/>
          </a:xfrm>
          <a:prstGeom prst="rect">
            <a:avLst/>
          </a:prstGeom>
          <a:noFill/>
        </p:spPr>
        <p:txBody>
          <a:bodyPr wrap="none" rtlCol="0">
            <a:spAutoFit/>
          </a:bodyPr>
          <a:lstStyle/>
          <a:p>
            <a:r>
              <a:rPr lang="en-US" dirty="0"/>
              <a:t>Question: what constitutes the systematic and random error for item 3?</a:t>
            </a:r>
          </a:p>
        </p:txBody>
      </p:sp>
    </p:spTree>
    <p:extLst>
      <p:ext uri="{BB962C8B-B14F-4D97-AF65-F5344CB8AC3E}">
        <p14:creationId xmlns:p14="http://schemas.microsoft.com/office/powerpoint/2010/main" val="120009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E702-0E1A-41D8-A736-8E7FDF75B302}"/>
              </a:ext>
            </a:extLst>
          </p:cNvPr>
          <p:cNvSpPr>
            <a:spLocks noGrp="1"/>
          </p:cNvSpPr>
          <p:nvPr>
            <p:ph type="title"/>
          </p:nvPr>
        </p:nvSpPr>
        <p:spPr>
          <a:xfrm>
            <a:off x="1024128" y="410404"/>
            <a:ext cx="10432766" cy="1499616"/>
          </a:xfrm>
        </p:spPr>
        <p:txBody>
          <a:bodyPr>
            <a:normAutofit/>
          </a:bodyPr>
          <a:lstStyle/>
          <a:p>
            <a:r>
              <a:rPr lang="en-US" sz="4000" dirty="0"/>
              <a:t>Correlations (what factor(s) might Cause the relationships?)</a:t>
            </a:r>
          </a:p>
        </p:txBody>
      </p:sp>
      <p:graphicFrame>
        <p:nvGraphicFramePr>
          <p:cNvPr id="5" name="Table 5">
            <a:extLst>
              <a:ext uri="{FF2B5EF4-FFF2-40B4-BE49-F238E27FC236}">
                <a16:creationId xmlns:a16="http://schemas.microsoft.com/office/drawing/2014/main" id="{83170D6D-5F4E-430B-8F3D-1E9AB622336D}"/>
              </a:ext>
            </a:extLst>
          </p:cNvPr>
          <p:cNvGraphicFramePr>
            <a:graphicFrameLocks noGrp="1"/>
          </p:cNvGraphicFramePr>
          <p:nvPr>
            <p:ph idx="1"/>
          </p:nvPr>
        </p:nvGraphicFramePr>
        <p:xfrm>
          <a:off x="1024128" y="1786270"/>
          <a:ext cx="10257015" cy="4486515"/>
        </p:xfrm>
        <a:graphic>
          <a:graphicData uri="http://schemas.openxmlformats.org/drawingml/2006/table">
            <a:tbl>
              <a:tblPr firstRow="1" bandRow="1">
                <a:tableStyleId>{5C22544A-7EE6-4342-B048-85BDC9FD1C3A}</a:tableStyleId>
              </a:tblPr>
              <a:tblGrid>
                <a:gridCol w="2670778">
                  <a:extLst>
                    <a:ext uri="{9D8B030D-6E8A-4147-A177-3AD203B41FA5}">
                      <a16:colId xmlns:a16="http://schemas.microsoft.com/office/drawing/2014/main" val="2105173215"/>
                    </a:ext>
                  </a:extLst>
                </a:gridCol>
                <a:gridCol w="819112">
                  <a:extLst>
                    <a:ext uri="{9D8B030D-6E8A-4147-A177-3AD203B41FA5}">
                      <a16:colId xmlns:a16="http://schemas.microsoft.com/office/drawing/2014/main" val="4137150587"/>
                    </a:ext>
                  </a:extLst>
                </a:gridCol>
                <a:gridCol w="894721">
                  <a:extLst>
                    <a:ext uri="{9D8B030D-6E8A-4147-A177-3AD203B41FA5}">
                      <a16:colId xmlns:a16="http://schemas.microsoft.com/office/drawing/2014/main" val="2617327945"/>
                    </a:ext>
                  </a:extLst>
                </a:gridCol>
                <a:gridCol w="819112">
                  <a:extLst>
                    <a:ext uri="{9D8B030D-6E8A-4147-A177-3AD203B41FA5}">
                      <a16:colId xmlns:a16="http://schemas.microsoft.com/office/drawing/2014/main" val="393941215"/>
                    </a:ext>
                  </a:extLst>
                </a:gridCol>
                <a:gridCol w="856917">
                  <a:extLst>
                    <a:ext uri="{9D8B030D-6E8A-4147-A177-3AD203B41FA5}">
                      <a16:colId xmlns:a16="http://schemas.microsoft.com/office/drawing/2014/main" val="652348981"/>
                    </a:ext>
                  </a:extLst>
                </a:gridCol>
                <a:gridCol w="932528">
                  <a:extLst>
                    <a:ext uri="{9D8B030D-6E8A-4147-A177-3AD203B41FA5}">
                      <a16:colId xmlns:a16="http://schemas.microsoft.com/office/drawing/2014/main" val="1293617217"/>
                    </a:ext>
                  </a:extLst>
                </a:gridCol>
                <a:gridCol w="793909">
                  <a:extLst>
                    <a:ext uri="{9D8B030D-6E8A-4147-A177-3AD203B41FA5}">
                      <a16:colId xmlns:a16="http://schemas.microsoft.com/office/drawing/2014/main" val="1073021097"/>
                    </a:ext>
                  </a:extLst>
                </a:gridCol>
                <a:gridCol w="768706">
                  <a:extLst>
                    <a:ext uri="{9D8B030D-6E8A-4147-A177-3AD203B41FA5}">
                      <a16:colId xmlns:a16="http://schemas.microsoft.com/office/drawing/2014/main" val="3905609835"/>
                    </a:ext>
                  </a:extLst>
                </a:gridCol>
                <a:gridCol w="882121">
                  <a:extLst>
                    <a:ext uri="{9D8B030D-6E8A-4147-A177-3AD203B41FA5}">
                      <a16:colId xmlns:a16="http://schemas.microsoft.com/office/drawing/2014/main" val="966529472"/>
                    </a:ext>
                  </a:extLst>
                </a:gridCol>
                <a:gridCol w="819111">
                  <a:extLst>
                    <a:ext uri="{9D8B030D-6E8A-4147-A177-3AD203B41FA5}">
                      <a16:colId xmlns:a16="http://schemas.microsoft.com/office/drawing/2014/main" val="3782169921"/>
                    </a:ext>
                  </a:extLst>
                </a:gridCol>
              </a:tblGrid>
              <a:tr h="407865">
                <a:tc gridSpan="10">
                  <a:txBody>
                    <a:bodyPr/>
                    <a:lstStyle/>
                    <a:p>
                      <a:r>
                        <a:rPr lang="en-US" dirty="0"/>
                        <a:t>Part I Original Correlation Matrix</a:t>
                      </a: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70817471"/>
                  </a:ext>
                </a:extLst>
              </a:tr>
              <a:tr h="407865">
                <a:tc>
                  <a:txBody>
                    <a:bodyPr/>
                    <a:lstStyle/>
                    <a:p>
                      <a:endParaRPr lang="en-US"/>
                    </a:p>
                  </a:txBody>
                  <a:tcPr/>
                </a:tc>
                <a:tc>
                  <a:txBody>
                    <a:bodyPr/>
                    <a:lstStyle/>
                    <a:p>
                      <a:r>
                        <a:rPr lang="en-US" dirty="0"/>
                        <a:t>V1</a:t>
                      </a:r>
                    </a:p>
                  </a:txBody>
                  <a:tcPr/>
                </a:tc>
                <a:tc>
                  <a:txBody>
                    <a:bodyPr/>
                    <a:lstStyle/>
                    <a:p>
                      <a:r>
                        <a:rPr lang="en-US" dirty="0"/>
                        <a:t>V2</a:t>
                      </a:r>
                    </a:p>
                  </a:txBody>
                  <a:tcPr/>
                </a:tc>
                <a:tc>
                  <a:txBody>
                    <a:bodyPr/>
                    <a:lstStyle/>
                    <a:p>
                      <a:r>
                        <a:rPr lang="en-US" dirty="0"/>
                        <a:t>V3</a:t>
                      </a:r>
                    </a:p>
                  </a:txBody>
                  <a:tcPr/>
                </a:tc>
                <a:tc>
                  <a:txBody>
                    <a:bodyPr/>
                    <a:lstStyle/>
                    <a:p>
                      <a:r>
                        <a:rPr lang="en-US" dirty="0"/>
                        <a:t>V4</a:t>
                      </a:r>
                    </a:p>
                  </a:txBody>
                  <a:tcPr/>
                </a:tc>
                <a:tc>
                  <a:txBody>
                    <a:bodyPr/>
                    <a:lstStyle/>
                    <a:p>
                      <a:r>
                        <a:rPr lang="en-US" dirty="0"/>
                        <a:t>V5</a:t>
                      </a:r>
                    </a:p>
                  </a:txBody>
                  <a:tcPr/>
                </a:tc>
                <a:tc>
                  <a:txBody>
                    <a:bodyPr/>
                    <a:lstStyle/>
                    <a:p>
                      <a:r>
                        <a:rPr lang="en-US" dirty="0"/>
                        <a:t>V6</a:t>
                      </a:r>
                    </a:p>
                  </a:txBody>
                  <a:tcPr/>
                </a:tc>
                <a:tc>
                  <a:txBody>
                    <a:bodyPr/>
                    <a:lstStyle/>
                    <a:p>
                      <a:r>
                        <a:rPr lang="en-US" dirty="0"/>
                        <a:t>V7</a:t>
                      </a:r>
                    </a:p>
                  </a:txBody>
                  <a:tcPr/>
                </a:tc>
                <a:tc>
                  <a:txBody>
                    <a:bodyPr/>
                    <a:lstStyle/>
                    <a:p>
                      <a:r>
                        <a:rPr lang="en-US" dirty="0"/>
                        <a:t>V8</a:t>
                      </a:r>
                    </a:p>
                  </a:txBody>
                  <a:tcPr/>
                </a:tc>
                <a:tc>
                  <a:txBody>
                    <a:bodyPr/>
                    <a:lstStyle/>
                    <a:p>
                      <a:r>
                        <a:rPr lang="en-US" dirty="0"/>
                        <a:t>V9</a:t>
                      </a:r>
                    </a:p>
                  </a:txBody>
                  <a:tcPr/>
                </a:tc>
                <a:extLst>
                  <a:ext uri="{0D108BD9-81ED-4DB2-BD59-A6C34878D82A}">
                    <a16:rowId xmlns:a16="http://schemas.microsoft.com/office/drawing/2014/main" val="1203756481"/>
                  </a:ext>
                </a:extLst>
              </a:tr>
              <a:tr h="407865">
                <a:tc>
                  <a:txBody>
                    <a:bodyPr/>
                    <a:lstStyle/>
                    <a:p>
                      <a:r>
                        <a:rPr lang="en-US" dirty="0"/>
                        <a:t>V1 Price Level</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965157"/>
                  </a:ext>
                </a:extLst>
              </a:tr>
              <a:tr h="407865">
                <a:tc>
                  <a:txBody>
                    <a:bodyPr/>
                    <a:lstStyle/>
                    <a:p>
                      <a:r>
                        <a:rPr lang="en-US" dirty="0"/>
                        <a:t>V2 Store Personnel</a:t>
                      </a:r>
                    </a:p>
                  </a:txBody>
                  <a:tcPr/>
                </a:tc>
                <a:tc>
                  <a:txBody>
                    <a:bodyPr/>
                    <a:lstStyle/>
                    <a:p>
                      <a:r>
                        <a:rPr lang="en-US" dirty="0"/>
                        <a:t>.427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52011410"/>
                  </a:ext>
                </a:extLst>
              </a:tr>
              <a:tr h="407865">
                <a:tc>
                  <a:txBody>
                    <a:bodyPr/>
                    <a:lstStyle/>
                    <a:p>
                      <a:r>
                        <a:rPr lang="en-US" dirty="0"/>
                        <a:t>V3 Return Policy</a:t>
                      </a:r>
                    </a:p>
                  </a:txBody>
                  <a:tcPr/>
                </a:tc>
                <a:tc>
                  <a:txBody>
                    <a:bodyPr/>
                    <a:lstStyle/>
                    <a:p>
                      <a:r>
                        <a:rPr lang="en-US" dirty="0"/>
                        <a:t>.302</a:t>
                      </a:r>
                    </a:p>
                  </a:txBody>
                  <a:tcPr/>
                </a:tc>
                <a:tc>
                  <a:txBody>
                    <a:bodyPr/>
                    <a:lstStyle/>
                    <a:p>
                      <a:r>
                        <a:rPr lang="en-US" dirty="0"/>
                        <a:t>.771</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69692567"/>
                  </a:ext>
                </a:extLst>
              </a:tr>
              <a:tr h="407865">
                <a:tc>
                  <a:txBody>
                    <a:bodyPr/>
                    <a:lstStyle/>
                    <a:p>
                      <a:r>
                        <a:rPr lang="en-US" dirty="0"/>
                        <a:t>V4 Product Availability</a:t>
                      </a:r>
                    </a:p>
                  </a:txBody>
                  <a:tcPr/>
                </a:tc>
                <a:tc>
                  <a:txBody>
                    <a:bodyPr/>
                    <a:lstStyle/>
                    <a:p>
                      <a:r>
                        <a:rPr lang="en-US" dirty="0"/>
                        <a:t>.470</a:t>
                      </a:r>
                    </a:p>
                  </a:txBody>
                  <a:tcPr/>
                </a:tc>
                <a:tc>
                  <a:txBody>
                    <a:bodyPr/>
                    <a:lstStyle/>
                    <a:p>
                      <a:r>
                        <a:rPr lang="en-US" dirty="0"/>
                        <a:t>.497</a:t>
                      </a:r>
                    </a:p>
                  </a:txBody>
                  <a:tcPr/>
                </a:tc>
                <a:tc>
                  <a:txBody>
                    <a:bodyPr/>
                    <a:lstStyle/>
                    <a:p>
                      <a:r>
                        <a:rPr lang="en-US" dirty="0"/>
                        <a:t>.427</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39527598"/>
                  </a:ext>
                </a:extLst>
              </a:tr>
              <a:tr h="407865">
                <a:tc>
                  <a:txBody>
                    <a:bodyPr/>
                    <a:lstStyle/>
                    <a:p>
                      <a:r>
                        <a:rPr lang="en-US" dirty="0"/>
                        <a:t>V5 Product Quality</a:t>
                      </a:r>
                    </a:p>
                  </a:txBody>
                  <a:tcPr/>
                </a:tc>
                <a:tc>
                  <a:txBody>
                    <a:bodyPr/>
                    <a:lstStyle/>
                    <a:p>
                      <a:r>
                        <a:rPr lang="en-US" dirty="0"/>
                        <a:t>.765</a:t>
                      </a:r>
                    </a:p>
                  </a:txBody>
                  <a:tcPr/>
                </a:tc>
                <a:tc>
                  <a:txBody>
                    <a:bodyPr/>
                    <a:lstStyle/>
                    <a:p>
                      <a:r>
                        <a:rPr lang="en-US" dirty="0"/>
                        <a:t>.406</a:t>
                      </a:r>
                    </a:p>
                  </a:txBody>
                  <a:tcPr/>
                </a:tc>
                <a:tc>
                  <a:txBody>
                    <a:bodyPr/>
                    <a:lstStyle/>
                    <a:p>
                      <a:r>
                        <a:rPr lang="en-US" dirty="0"/>
                        <a:t>.307</a:t>
                      </a:r>
                    </a:p>
                  </a:txBody>
                  <a:tcPr/>
                </a:tc>
                <a:tc>
                  <a:txBody>
                    <a:bodyPr/>
                    <a:lstStyle/>
                    <a:p>
                      <a:r>
                        <a:rPr lang="en-US" dirty="0"/>
                        <a:t>.427</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13814253"/>
                  </a:ext>
                </a:extLst>
              </a:tr>
              <a:tr h="407865">
                <a:tc>
                  <a:txBody>
                    <a:bodyPr/>
                    <a:lstStyle/>
                    <a:p>
                      <a:r>
                        <a:rPr lang="en-US" dirty="0"/>
                        <a:t>V6 Assortment Depth</a:t>
                      </a:r>
                    </a:p>
                  </a:txBody>
                  <a:tcPr/>
                </a:tc>
                <a:tc>
                  <a:txBody>
                    <a:bodyPr/>
                    <a:lstStyle/>
                    <a:p>
                      <a:r>
                        <a:rPr lang="en-US" dirty="0"/>
                        <a:t>.281</a:t>
                      </a:r>
                    </a:p>
                  </a:txBody>
                  <a:tcPr/>
                </a:tc>
                <a:tc>
                  <a:txBody>
                    <a:bodyPr/>
                    <a:lstStyle/>
                    <a:p>
                      <a:r>
                        <a:rPr lang="en-US" dirty="0"/>
                        <a:t>.445</a:t>
                      </a:r>
                    </a:p>
                  </a:txBody>
                  <a:tcPr/>
                </a:tc>
                <a:tc>
                  <a:txBody>
                    <a:bodyPr/>
                    <a:lstStyle/>
                    <a:p>
                      <a:r>
                        <a:rPr lang="en-US" dirty="0"/>
                        <a:t>.423</a:t>
                      </a:r>
                    </a:p>
                  </a:txBody>
                  <a:tcPr/>
                </a:tc>
                <a:tc>
                  <a:txBody>
                    <a:bodyPr/>
                    <a:lstStyle/>
                    <a:p>
                      <a:r>
                        <a:rPr lang="en-US" dirty="0"/>
                        <a:t>.713</a:t>
                      </a:r>
                    </a:p>
                  </a:txBody>
                  <a:tcPr/>
                </a:tc>
                <a:tc>
                  <a:txBody>
                    <a:bodyPr/>
                    <a:lstStyle/>
                    <a:p>
                      <a:r>
                        <a:rPr lang="en-US" dirty="0"/>
                        <a:t>.325</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2859847"/>
                  </a:ext>
                </a:extLst>
              </a:tr>
              <a:tr h="407865">
                <a:tc>
                  <a:txBody>
                    <a:bodyPr/>
                    <a:lstStyle/>
                    <a:p>
                      <a:r>
                        <a:rPr lang="en-US" dirty="0"/>
                        <a:t>V7 Assortment Width</a:t>
                      </a:r>
                    </a:p>
                  </a:txBody>
                  <a:tcPr/>
                </a:tc>
                <a:tc>
                  <a:txBody>
                    <a:bodyPr/>
                    <a:lstStyle/>
                    <a:p>
                      <a:r>
                        <a:rPr lang="en-US" dirty="0"/>
                        <a:t>.345</a:t>
                      </a:r>
                    </a:p>
                  </a:txBody>
                  <a:tcPr/>
                </a:tc>
                <a:tc>
                  <a:txBody>
                    <a:bodyPr/>
                    <a:lstStyle/>
                    <a:p>
                      <a:r>
                        <a:rPr lang="en-US" dirty="0"/>
                        <a:t>.490</a:t>
                      </a:r>
                    </a:p>
                  </a:txBody>
                  <a:tcPr/>
                </a:tc>
                <a:tc>
                  <a:txBody>
                    <a:bodyPr/>
                    <a:lstStyle/>
                    <a:p>
                      <a:r>
                        <a:rPr lang="en-US" dirty="0"/>
                        <a:t>.471</a:t>
                      </a:r>
                    </a:p>
                  </a:txBody>
                  <a:tcPr/>
                </a:tc>
                <a:tc>
                  <a:txBody>
                    <a:bodyPr/>
                    <a:lstStyle/>
                    <a:p>
                      <a:r>
                        <a:rPr lang="en-US" dirty="0"/>
                        <a:t>.719</a:t>
                      </a:r>
                    </a:p>
                  </a:txBody>
                  <a:tcPr/>
                </a:tc>
                <a:tc>
                  <a:txBody>
                    <a:bodyPr/>
                    <a:lstStyle/>
                    <a:p>
                      <a:r>
                        <a:rPr lang="en-US" dirty="0"/>
                        <a:t>.378</a:t>
                      </a:r>
                    </a:p>
                  </a:txBody>
                  <a:tcPr/>
                </a:tc>
                <a:tc>
                  <a:txBody>
                    <a:bodyPr/>
                    <a:lstStyle/>
                    <a:p>
                      <a:r>
                        <a:rPr lang="en-US" dirty="0"/>
                        <a:t>.724</a:t>
                      </a:r>
                    </a:p>
                  </a:txBody>
                  <a:tcPr/>
                </a:tc>
                <a:tc>
                  <a:txBody>
                    <a:bodyPr/>
                    <a:lstStyle/>
                    <a:p>
                      <a:r>
                        <a:rPr lang="en-US" dirty="0"/>
                        <a:t>1.00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22145436"/>
                  </a:ext>
                </a:extLst>
              </a:tr>
              <a:tr h="407865">
                <a:tc>
                  <a:txBody>
                    <a:bodyPr/>
                    <a:lstStyle/>
                    <a:p>
                      <a:r>
                        <a:rPr lang="en-US" dirty="0"/>
                        <a:t>V8 In-store Service</a:t>
                      </a:r>
                    </a:p>
                  </a:txBody>
                  <a:tcPr/>
                </a:tc>
                <a:tc>
                  <a:txBody>
                    <a:bodyPr/>
                    <a:lstStyle/>
                    <a:p>
                      <a:r>
                        <a:rPr lang="en-US" dirty="0"/>
                        <a:t>.242</a:t>
                      </a:r>
                    </a:p>
                  </a:txBody>
                  <a:tcPr/>
                </a:tc>
                <a:tc>
                  <a:txBody>
                    <a:bodyPr/>
                    <a:lstStyle/>
                    <a:p>
                      <a:r>
                        <a:rPr lang="en-US" dirty="0"/>
                        <a:t>.719</a:t>
                      </a:r>
                    </a:p>
                  </a:txBody>
                  <a:tcPr/>
                </a:tc>
                <a:tc>
                  <a:txBody>
                    <a:bodyPr/>
                    <a:lstStyle/>
                    <a:p>
                      <a:r>
                        <a:rPr lang="en-US" dirty="0"/>
                        <a:t>.733</a:t>
                      </a:r>
                    </a:p>
                  </a:txBody>
                  <a:tcPr/>
                </a:tc>
                <a:tc>
                  <a:txBody>
                    <a:bodyPr/>
                    <a:lstStyle/>
                    <a:p>
                      <a:r>
                        <a:rPr lang="en-US" dirty="0"/>
                        <a:t>.428</a:t>
                      </a:r>
                    </a:p>
                  </a:txBody>
                  <a:tcPr/>
                </a:tc>
                <a:tc>
                  <a:txBody>
                    <a:bodyPr/>
                    <a:lstStyle/>
                    <a:p>
                      <a:r>
                        <a:rPr lang="en-US" dirty="0"/>
                        <a:t>.240</a:t>
                      </a:r>
                    </a:p>
                  </a:txBody>
                  <a:tcPr/>
                </a:tc>
                <a:tc>
                  <a:txBody>
                    <a:bodyPr/>
                    <a:lstStyle/>
                    <a:p>
                      <a:r>
                        <a:rPr lang="en-US" dirty="0"/>
                        <a:t>.311</a:t>
                      </a:r>
                    </a:p>
                  </a:txBody>
                  <a:tcPr/>
                </a:tc>
                <a:tc>
                  <a:txBody>
                    <a:bodyPr/>
                    <a:lstStyle/>
                    <a:p>
                      <a:r>
                        <a:rPr lang="en-US" dirty="0"/>
                        <a:t>.435</a:t>
                      </a:r>
                    </a:p>
                  </a:txBody>
                  <a:tcPr/>
                </a:tc>
                <a:tc>
                  <a:txBody>
                    <a:bodyPr/>
                    <a:lstStyle/>
                    <a:p>
                      <a:r>
                        <a:rPr lang="en-US" dirty="0"/>
                        <a:t>1.00</a:t>
                      </a:r>
                    </a:p>
                  </a:txBody>
                  <a:tcPr/>
                </a:tc>
                <a:tc>
                  <a:txBody>
                    <a:bodyPr/>
                    <a:lstStyle/>
                    <a:p>
                      <a:endParaRPr lang="en-US"/>
                    </a:p>
                  </a:txBody>
                  <a:tcPr/>
                </a:tc>
                <a:extLst>
                  <a:ext uri="{0D108BD9-81ED-4DB2-BD59-A6C34878D82A}">
                    <a16:rowId xmlns:a16="http://schemas.microsoft.com/office/drawing/2014/main" val="1820162229"/>
                  </a:ext>
                </a:extLst>
              </a:tr>
              <a:tr h="407865">
                <a:tc>
                  <a:txBody>
                    <a:bodyPr/>
                    <a:lstStyle/>
                    <a:p>
                      <a:r>
                        <a:rPr lang="en-US" dirty="0"/>
                        <a:t>V9 Store Atmosphere</a:t>
                      </a:r>
                    </a:p>
                  </a:txBody>
                  <a:tcPr/>
                </a:tc>
                <a:tc>
                  <a:txBody>
                    <a:bodyPr/>
                    <a:lstStyle/>
                    <a:p>
                      <a:r>
                        <a:rPr lang="en-US" dirty="0"/>
                        <a:t>.372</a:t>
                      </a:r>
                    </a:p>
                  </a:txBody>
                  <a:tcPr/>
                </a:tc>
                <a:tc>
                  <a:txBody>
                    <a:bodyPr/>
                    <a:lstStyle/>
                    <a:p>
                      <a:r>
                        <a:rPr lang="en-US" dirty="0"/>
                        <a:t>.737</a:t>
                      </a:r>
                    </a:p>
                  </a:txBody>
                  <a:tcPr/>
                </a:tc>
                <a:tc>
                  <a:txBody>
                    <a:bodyPr/>
                    <a:lstStyle/>
                    <a:p>
                      <a:r>
                        <a:rPr lang="en-US" dirty="0"/>
                        <a:t>.774</a:t>
                      </a:r>
                    </a:p>
                  </a:txBody>
                  <a:tcPr/>
                </a:tc>
                <a:tc>
                  <a:txBody>
                    <a:bodyPr/>
                    <a:lstStyle/>
                    <a:p>
                      <a:r>
                        <a:rPr lang="en-US" dirty="0"/>
                        <a:t>.479</a:t>
                      </a:r>
                    </a:p>
                  </a:txBody>
                  <a:tcPr/>
                </a:tc>
                <a:tc>
                  <a:txBody>
                    <a:bodyPr/>
                    <a:lstStyle/>
                    <a:p>
                      <a:r>
                        <a:rPr lang="en-US" dirty="0"/>
                        <a:t>.326</a:t>
                      </a:r>
                    </a:p>
                  </a:txBody>
                  <a:tcPr/>
                </a:tc>
                <a:tc>
                  <a:txBody>
                    <a:bodyPr/>
                    <a:lstStyle/>
                    <a:p>
                      <a:r>
                        <a:rPr lang="en-US" dirty="0"/>
                        <a:t>.429</a:t>
                      </a:r>
                    </a:p>
                  </a:txBody>
                  <a:tcPr/>
                </a:tc>
                <a:tc>
                  <a:txBody>
                    <a:bodyPr/>
                    <a:lstStyle/>
                    <a:p>
                      <a:r>
                        <a:rPr lang="en-US" dirty="0"/>
                        <a:t>.466</a:t>
                      </a:r>
                    </a:p>
                  </a:txBody>
                  <a:tcPr/>
                </a:tc>
                <a:tc>
                  <a:txBody>
                    <a:bodyPr/>
                    <a:lstStyle/>
                    <a:p>
                      <a:r>
                        <a:rPr lang="en-US" dirty="0"/>
                        <a:t>.710</a:t>
                      </a:r>
                    </a:p>
                  </a:txBody>
                  <a:tcPr/>
                </a:tc>
                <a:tc>
                  <a:txBody>
                    <a:bodyPr/>
                    <a:lstStyle/>
                    <a:p>
                      <a:r>
                        <a:rPr lang="en-US" dirty="0"/>
                        <a:t>1.00</a:t>
                      </a:r>
                    </a:p>
                  </a:txBody>
                  <a:tcPr/>
                </a:tc>
                <a:extLst>
                  <a:ext uri="{0D108BD9-81ED-4DB2-BD59-A6C34878D82A}">
                    <a16:rowId xmlns:a16="http://schemas.microsoft.com/office/drawing/2014/main" val="1805214020"/>
                  </a:ext>
                </a:extLst>
              </a:tr>
            </a:tbl>
          </a:graphicData>
        </a:graphic>
      </p:graphicFrame>
    </p:spTree>
    <p:extLst>
      <p:ext uri="{BB962C8B-B14F-4D97-AF65-F5344CB8AC3E}">
        <p14:creationId xmlns:p14="http://schemas.microsoft.com/office/powerpoint/2010/main" val="3086518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2FA88-57DF-4202-9C31-4908228C177A}"/>
              </a:ext>
            </a:extLst>
          </p:cNvPr>
          <p:cNvSpPr>
            <a:spLocks noGrp="1"/>
          </p:cNvSpPr>
          <p:nvPr>
            <p:ph type="title"/>
          </p:nvPr>
        </p:nvSpPr>
        <p:spPr/>
        <p:txBody>
          <a:bodyPr/>
          <a:lstStyle/>
          <a:p>
            <a:r>
              <a:rPr lang="en-US" dirty="0"/>
              <a:t>Factor Structure</a:t>
            </a:r>
          </a:p>
        </p:txBody>
      </p:sp>
      <p:graphicFrame>
        <p:nvGraphicFramePr>
          <p:cNvPr id="5" name="Table 5">
            <a:extLst>
              <a:ext uri="{FF2B5EF4-FFF2-40B4-BE49-F238E27FC236}">
                <a16:creationId xmlns:a16="http://schemas.microsoft.com/office/drawing/2014/main" id="{CD68622B-166C-4C1B-8F34-A82F51B5183A}"/>
              </a:ext>
            </a:extLst>
          </p:cNvPr>
          <p:cNvGraphicFramePr>
            <a:graphicFrameLocks noGrp="1"/>
          </p:cNvGraphicFramePr>
          <p:nvPr>
            <p:ph idx="1"/>
          </p:nvPr>
        </p:nvGraphicFramePr>
        <p:xfrm>
          <a:off x="704962" y="2218811"/>
          <a:ext cx="9720072" cy="4280408"/>
        </p:xfrm>
        <a:graphic>
          <a:graphicData uri="http://schemas.openxmlformats.org/drawingml/2006/table">
            <a:tbl>
              <a:tblPr firstRow="1" bandRow="1">
                <a:tableStyleId>{5C22544A-7EE6-4342-B048-85BDC9FD1C3A}</a:tableStyleId>
              </a:tblPr>
              <a:tblGrid>
                <a:gridCol w="2597995">
                  <a:extLst>
                    <a:ext uri="{9D8B030D-6E8A-4147-A177-3AD203B41FA5}">
                      <a16:colId xmlns:a16="http://schemas.microsoft.com/office/drawing/2014/main" val="2105173215"/>
                    </a:ext>
                  </a:extLst>
                </a:gridCol>
                <a:gridCol w="796791">
                  <a:extLst>
                    <a:ext uri="{9D8B030D-6E8A-4147-A177-3AD203B41FA5}">
                      <a16:colId xmlns:a16="http://schemas.microsoft.com/office/drawing/2014/main" val="4137150587"/>
                    </a:ext>
                  </a:extLst>
                </a:gridCol>
                <a:gridCol w="870339">
                  <a:extLst>
                    <a:ext uri="{9D8B030D-6E8A-4147-A177-3AD203B41FA5}">
                      <a16:colId xmlns:a16="http://schemas.microsoft.com/office/drawing/2014/main" val="2617327945"/>
                    </a:ext>
                  </a:extLst>
                </a:gridCol>
                <a:gridCol w="796791">
                  <a:extLst>
                    <a:ext uri="{9D8B030D-6E8A-4147-A177-3AD203B41FA5}">
                      <a16:colId xmlns:a16="http://schemas.microsoft.com/office/drawing/2014/main" val="393941215"/>
                    </a:ext>
                  </a:extLst>
                </a:gridCol>
                <a:gridCol w="833564">
                  <a:extLst>
                    <a:ext uri="{9D8B030D-6E8A-4147-A177-3AD203B41FA5}">
                      <a16:colId xmlns:a16="http://schemas.microsoft.com/office/drawing/2014/main" val="652348981"/>
                    </a:ext>
                  </a:extLst>
                </a:gridCol>
                <a:gridCol w="710981">
                  <a:extLst>
                    <a:ext uri="{9D8B030D-6E8A-4147-A177-3AD203B41FA5}">
                      <a16:colId xmlns:a16="http://schemas.microsoft.com/office/drawing/2014/main" val="1293617217"/>
                    </a:ext>
                  </a:extLst>
                </a:gridCol>
                <a:gridCol w="772273">
                  <a:extLst>
                    <a:ext uri="{9D8B030D-6E8A-4147-A177-3AD203B41FA5}">
                      <a16:colId xmlns:a16="http://schemas.microsoft.com/office/drawing/2014/main" val="1073021097"/>
                    </a:ext>
                  </a:extLst>
                </a:gridCol>
                <a:gridCol w="796791">
                  <a:extLst>
                    <a:ext uri="{9D8B030D-6E8A-4147-A177-3AD203B41FA5}">
                      <a16:colId xmlns:a16="http://schemas.microsoft.com/office/drawing/2014/main" val="3905609835"/>
                    </a:ext>
                  </a:extLst>
                </a:gridCol>
                <a:gridCol w="784531">
                  <a:extLst>
                    <a:ext uri="{9D8B030D-6E8A-4147-A177-3AD203B41FA5}">
                      <a16:colId xmlns:a16="http://schemas.microsoft.com/office/drawing/2014/main" val="966529472"/>
                    </a:ext>
                  </a:extLst>
                </a:gridCol>
                <a:gridCol w="760016">
                  <a:extLst>
                    <a:ext uri="{9D8B030D-6E8A-4147-A177-3AD203B41FA5}">
                      <a16:colId xmlns:a16="http://schemas.microsoft.com/office/drawing/2014/main" val="3782169921"/>
                    </a:ext>
                  </a:extLst>
                </a:gridCol>
              </a:tblGrid>
              <a:tr h="389128">
                <a:tc gridSpan="10">
                  <a:txBody>
                    <a:bodyPr/>
                    <a:lstStyle/>
                    <a:p>
                      <a:r>
                        <a:rPr lang="en-US" dirty="0"/>
                        <a:t>Part II Correlation Matrix After Grouping According to Factor Analysis</a:t>
                      </a: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70817471"/>
                  </a:ext>
                </a:extLst>
              </a:tr>
              <a:tr h="389128">
                <a:tc>
                  <a:txBody>
                    <a:bodyPr/>
                    <a:lstStyle/>
                    <a:p>
                      <a:endParaRPr lang="en-US"/>
                    </a:p>
                  </a:txBody>
                  <a:tcPr/>
                </a:tc>
                <a:tc>
                  <a:txBody>
                    <a:bodyPr/>
                    <a:lstStyle/>
                    <a:p>
                      <a:r>
                        <a:rPr lang="en-US" dirty="0"/>
                        <a:t>V3</a:t>
                      </a:r>
                    </a:p>
                  </a:txBody>
                  <a:tcPr/>
                </a:tc>
                <a:tc>
                  <a:txBody>
                    <a:bodyPr/>
                    <a:lstStyle/>
                    <a:p>
                      <a:r>
                        <a:rPr lang="en-US" dirty="0"/>
                        <a:t>V8</a:t>
                      </a:r>
                    </a:p>
                  </a:txBody>
                  <a:tcPr/>
                </a:tc>
                <a:tc>
                  <a:txBody>
                    <a:bodyPr/>
                    <a:lstStyle/>
                    <a:p>
                      <a:r>
                        <a:rPr lang="en-US" dirty="0"/>
                        <a:t>V9</a:t>
                      </a:r>
                    </a:p>
                  </a:txBody>
                  <a:tcPr/>
                </a:tc>
                <a:tc>
                  <a:txBody>
                    <a:bodyPr/>
                    <a:lstStyle/>
                    <a:p>
                      <a:r>
                        <a:rPr lang="en-US" dirty="0"/>
                        <a:t>V2</a:t>
                      </a:r>
                    </a:p>
                  </a:txBody>
                  <a:tcPr/>
                </a:tc>
                <a:tc>
                  <a:txBody>
                    <a:bodyPr/>
                    <a:lstStyle/>
                    <a:p>
                      <a:r>
                        <a:rPr lang="en-US" dirty="0"/>
                        <a:t>V6</a:t>
                      </a:r>
                    </a:p>
                  </a:txBody>
                  <a:tcPr/>
                </a:tc>
                <a:tc>
                  <a:txBody>
                    <a:bodyPr/>
                    <a:lstStyle/>
                    <a:p>
                      <a:r>
                        <a:rPr lang="en-US" dirty="0"/>
                        <a:t>V7</a:t>
                      </a:r>
                    </a:p>
                  </a:txBody>
                  <a:tcPr/>
                </a:tc>
                <a:tc>
                  <a:txBody>
                    <a:bodyPr/>
                    <a:lstStyle/>
                    <a:p>
                      <a:r>
                        <a:rPr lang="en-US" dirty="0"/>
                        <a:t>V4</a:t>
                      </a:r>
                    </a:p>
                  </a:txBody>
                  <a:tcPr/>
                </a:tc>
                <a:tc>
                  <a:txBody>
                    <a:bodyPr/>
                    <a:lstStyle/>
                    <a:p>
                      <a:r>
                        <a:rPr lang="en-US" dirty="0"/>
                        <a:t>V1</a:t>
                      </a:r>
                    </a:p>
                  </a:txBody>
                  <a:tcPr/>
                </a:tc>
                <a:tc>
                  <a:txBody>
                    <a:bodyPr/>
                    <a:lstStyle/>
                    <a:p>
                      <a:r>
                        <a:rPr lang="en-US" dirty="0"/>
                        <a:t>V5</a:t>
                      </a:r>
                    </a:p>
                  </a:txBody>
                  <a:tcPr/>
                </a:tc>
                <a:extLst>
                  <a:ext uri="{0D108BD9-81ED-4DB2-BD59-A6C34878D82A}">
                    <a16:rowId xmlns:a16="http://schemas.microsoft.com/office/drawing/2014/main" val="1203756481"/>
                  </a:ext>
                </a:extLst>
              </a:tr>
              <a:tr h="389128">
                <a:tc>
                  <a:txBody>
                    <a:bodyPr/>
                    <a:lstStyle/>
                    <a:p>
                      <a:r>
                        <a:rPr lang="en-US" dirty="0"/>
                        <a:t>V3 Return Policy</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965157"/>
                  </a:ext>
                </a:extLst>
              </a:tr>
              <a:tr h="3891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V8 In-store Service</a:t>
                      </a:r>
                    </a:p>
                  </a:txBody>
                  <a:tcPr/>
                </a:tc>
                <a:tc>
                  <a:txBody>
                    <a:bodyPr/>
                    <a:lstStyle/>
                    <a:p>
                      <a:r>
                        <a:rPr lang="en-US" dirty="0"/>
                        <a:t>.773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52011410"/>
                  </a:ext>
                </a:extLst>
              </a:tr>
              <a:tr h="389128">
                <a:tc>
                  <a:txBody>
                    <a:bodyPr/>
                    <a:lstStyle/>
                    <a:p>
                      <a:r>
                        <a:rPr lang="en-US" dirty="0"/>
                        <a:t>V9 Store Atmosphere</a:t>
                      </a:r>
                    </a:p>
                  </a:txBody>
                  <a:tcPr/>
                </a:tc>
                <a:tc>
                  <a:txBody>
                    <a:bodyPr/>
                    <a:lstStyle/>
                    <a:p>
                      <a:r>
                        <a:rPr lang="en-US" dirty="0"/>
                        <a:t>.771</a:t>
                      </a:r>
                    </a:p>
                  </a:txBody>
                  <a:tcPr/>
                </a:tc>
                <a:tc>
                  <a:txBody>
                    <a:bodyPr/>
                    <a:lstStyle/>
                    <a:p>
                      <a:r>
                        <a:rPr lang="en-US" dirty="0"/>
                        <a:t>.710</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69692567"/>
                  </a:ext>
                </a:extLst>
              </a:tr>
              <a:tr h="3891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V2 Store Personnel</a:t>
                      </a:r>
                    </a:p>
                  </a:txBody>
                  <a:tcPr/>
                </a:tc>
                <a:tc>
                  <a:txBody>
                    <a:bodyPr/>
                    <a:lstStyle/>
                    <a:p>
                      <a:r>
                        <a:rPr lang="en-US" dirty="0"/>
                        <a:t>.771</a:t>
                      </a:r>
                    </a:p>
                  </a:txBody>
                  <a:tcPr/>
                </a:tc>
                <a:tc>
                  <a:txBody>
                    <a:bodyPr/>
                    <a:lstStyle/>
                    <a:p>
                      <a:r>
                        <a:rPr lang="en-US" dirty="0"/>
                        <a:t>.719</a:t>
                      </a:r>
                    </a:p>
                  </a:txBody>
                  <a:tcPr/>
                </a:tc>
                <a:tc>
                  <a:txBody>
                    <a:bodyPr/>
                    <a:lstStyle/>
                    <a:p>
                      <a:r>
                        <a:rPr lang="en-US" dirty="0"/>
                        <a:t>.737</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39527598"/>
                  </a:ext>
                </a:extLst>
              </a:tr>
              <a:tr h="3891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V6 Assortment Depth</a:t>
                      </a:r>
                    </a:p>
                  </a:txBody>
                  <a:tcPr/>
                </a:tc>
                <a:tc>
                  <a:txBody>
                    <a:bodyPr/>
                    <a:lstStyle/>
                    <a:p>
                      <a:r>
                        <a:rPr lang="en-US" dirty="0"/>
                        <a:t>.423</a:t>
                      </a:r>
                    </a:p>
                  </a:txBody>
                  <a:tcPr/>
                </a:tc>
                <a:tc>
                  <a:txBody>
                    <a:bodyPr/>
                    <a:lstStyle/>
                    <a:p>
                      <a:r>
                        <a:rPr lang="en-US" dirty="0"/>
                        <a:t>.311</a:t>
                      </a:r>
                    </a:p>
                  </a:txBody>
                  <a:tcPr/>
                </a:tc>
                <a:tc>
                  <a:txBody>
                    <a:bodyPr/>
                    <a:lstStyle/>
                    <a:p>
                      <a:r>
                        <a:rPr lang="en-US" dirty="0"/>
                        <a:t>.429</a:t>
                      </a:r>
                    </a:p>
                  </a:txBody>
                  <a:tcPr/>
                </a:tc>
                <a:tc>
                  <a:txBody>
                    <a:bodyPr/>
                    <a:lstStyle/>
                    <a:p>
                      <a:r>
                        <a:rPr lang="en-US" dirty="0"/>
                        <a:t>.445</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513814253"/>
                  </a:ext>
                </a:extLst>
              </a:tr>
              <a:tr h="3891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V7 Assortment Width</a:t>
                      </a:r>
                    </a:p>
                  </a:txBody>
                  <a:tcPr/>
                </a:tc>
                <a:tc>
                  <a:txBody>
                    <a:bodyPr/>
                    <a:lstStyle/>
                    <a:p>
                      <a:r>
                        <a:rPr lang="en-US" dirty="0"/>
                        <a:t>.471</a:t>
                      </a:r>
                    </a:p>
                  </a:txBody>
                  <a:tcPr/>
                </a:tc>
                <a:tc>
                  <a:txBody>
                    <a:bodyPr/>
                    <a:lstStyle/>
                    <a:p>
                      <a:r>
                        <a:rPr lang="en-US" dirty="0"/>
                        <a:t>.435</a:t>
                      </a:r>
                    </a:p>
                  </a:txBody>
                  <a:tcPr/>
                </a:tc>
                <a:tc>
                  <a:txBody>
                    <a:bodyPr/>
                    <a:lstStyle/>
                    <a:p>
                      <a:r>
                        <a:rPr lang="en-US" dirty="0"/>
                        <a:t>.466</a:t>
                      </a:r>
                    </a:p>
                  </a:txBody>
                  <a:tcPr/>
                </a:tc>
                <a:tc>
                  <a:txBody>
                    <a:bodyPr/>
                    <a:lstStyle/>
                    <a:p>
                      <a:r>
                        <a:rPr lang="en-US" dirty="0"/>
                        <a:t>.490</a:t>
                      </a:r>
                    </a:p>
                  </a:txBody>
                  <a:tcPr/>
                </a:tc>
                <a:tc>
                  <a:txBody>
                    <a:bodyPr/>
                    <a:lstStyle/>
                    <a:p>
                      <a:r>
                        <a:rPr lang="en-US" dirty="0"/>
                        <a:t>.724</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2859847"/>
                  </a:ext>
                </a:extLst>
              </a:tr>
              <a:tr h="3891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V4 Product Availability</a:t>
                      </a:r>
                    </a:p>
                  </a:txBody>
                  <a:tcPr/>
                </a:tc>
                <a:tc>
                  <a:txBody>
                    <a:bodyPr/>
                    <a:lstStyle/>
                    <a:p>
                      <a:r>
                        <a:rPr lang="en-US" dirty="0"/>
                        <a:t>.427</a:t>
                      </a:r>
                    </a:p>
                  </a:txBody>
                  <a:tcPr/>
                </a:tc>
                <a:tc>
                  <a:txBody>
                    <a:bodyPr/>
                    <a:lstStyle/>
                    <a:p>
                      <a:r>
                        <a:rPr lang="en-US" dirty="0"/>
                        <a:t>.428</a:t>
                      </a:r>
                    </a:p>
                  </a:txBody>
                  <a:tcPr/>
                </a:tc>
                <a:tc>
                  <a:txBody>
                    <a:bodyPr/>
                    <a:lstStyle/>
                    <a:p>
                      <a:r>
                        <a:rPr lang="en-US" dirty="0"/>
                        <a:t>.479</a:t>
                      </a:r>
                    </a:p>
                  </a:txBody>
                  <a:tcPr/>
                </a:tc>
                <a:tc>
                  <a:txBody>
                    <a:bodyPr/>
                    <a:lstStyle/>
                    <a:p>
                      <a:r>
                        <a:rPr lang="en-US" dirty="0"/>
                        <a:t>.497</a:t>
                      </a:r>
                    </a:p>
                  </a:txBody>
                  <a:tcPr/>
                </a:tc>
                <a:tc>
                  <a:txBody>
                    <a:bodyPr/>
                    <a:lstStyle/>
                    <a:p>
                      <a:r>
                        <a:rPr lang="en-US" dirty="0"/>
                        <a:t>.713</a:t>
                      </a:r>
                    </a:p>
                  </a:txBody>
                  <a:tcPr/>
                </a:tc>
                <a:tc>
                  <a:txBody>
                    <a:bodyPr/>
                    <a:lstStyle/>
                    <a:p>
                      <a:r>
                        <a:rPr lang="en-US" dirty="0"/>
                        <a:t>.719</a:t>
                      </a:r>
                    </a:p>
                  </a:txBody>
                  <a:tcPr/>
                </a:tc>
                <a:tc>
                  <a:txBody>
                    <a:bodyPr/>
                    <a:lstStyle/>
                    <a:p>
                      <a:r>
                        <a:rPr lang="en-US" dirty="0"/>
                        <a:t>1.00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22145436"/>
                  </a:ext>
                </a:extLst>
              </a:tr>
              <a:tr h="3891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V1 Price Level</a:t>
                      </a:r>
                    </a:p>
                  </a:txBody>
                  <a:tcPr/>
                </a:tc>
                <a:tc>
                  <a:txBody>
                    <a:bodyPr/>
                    <a:lstStyle/>
                    <a:p>
                      <a:r>
                        <a:rPr lang="en-US" dirty="0"/>
                        <a:t>.302</a:t>
                      </a:r>
                    </a:p>
                  </a:txBody>
                  <a:tcPr/>
                </a:tc>
                <a:tc>
                  <a:txBody>
                    <a:bodyPr/>
                    <a:lstStyle/>
                    <a:p>
                      <a:r>
                        <a:rPr lang="en-US" dirty="0"/>
                        <a:t>.242</a:t>
                      </a:r>
                    </a:p>
                  </a:txBody>
                  <a:tcPr/>
                </a:tc>
                <a:tc>
                  <a:txBody>
                    <a:bodyPr/>
                    <a:lstStyle/>
                    <a:p>
                      <a:r>
                        <a:rPr lang="en-US" dirty="0"/>
                        <a:t>.372</a:t>
                      </a:r>
                    </a:p>
                  </a:txBody>
                  <a:tcPr/>
                </a:tc>
                <a:tc>
                  <a:txBody>
                    <a:bodyPr/>
                    <a:lstStyle/>
                    <a:p>
                      <a:r>
                        <a:rPr lang="en-US" dirty="0"/>
                        <a:t>.427</a:t>
                      </a:r>
                    </a:p>
                  </a:txBody>
                  <a:tcPr/>
                </a:tc>
                <a:tc>
                  <a:txBody>
                    <a:bodyPr/>
                    <a:lstStyle/>
                    <a:p>
                      <a:r>
                        <a:rPr lang="en-US" dirty="0"/>
                        <a:t>.281</a:t>
                      </a:r>
                    </a:p>
                  </a:txBody>
                  <a:tcPr/>
                </a:tc>
                <a:tc>
                  <a:txBody>
                    <a:bodyPr/>
                    <a:lstStyle/>
                    <a:p>
                      <a:r>
                        <a:rPr lang="en-US" dirty="0"/>
                        <a:t>.354</a:t>
                      </a:r>
                    </a:p>
                  </a:txBody>
                  <a:tcPr/>
                </a:tc>
                <a:tc>
                  <a:txBody>
                    <a:bodyPr/>
                    <a:lstStyle/>
                    <a:p>
                      <a:r>
                        <a:rPr lang="en-US" dirty="0"/>
                        <a:t>.470</a:t>
                      </a:r>
                    </a:p>
                  </a:txBody>
                  <a:tcPr/>
                </a:tc>
                <a:tc>
                  <a:txBody>
                    <a:bodyPr/>
                    <a:lstStyle/>
                    <a:p>
                      <a:r>
                        <a:rPr lang="en-US" dirty="0"/>
                        <a:t>1.00</a:t>
                      </a:r>
                    </a:p>
                  </a:txBody>
                  <a:tcPr/>
                </a:tc>
                <a:tc>
                  <a:txBody>
                    <a:bodyPr/>
                    <a:lstStyle/>
                    <a:p>
                      <a:endParaRPr lang="en-US" dirty="0"/>
                    </a:p>
                  </a:txBody>
                  <a:tcPr/>
                </a:tc>
                <a:extLst>
                  <a:ext uri="{0D108BD9-81ED-4DB2-BD59-A6C34878D82A}">
                    <a16:rowId xmlns:a16="http://schemas.microsoft.com/office/drawing/2014/main" val="1820162229"/>
                  </a:ext>
                </a:extLst>
              </a:tr>
              <a:tr h="3891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V5 Product Quality</a:t>
                      </a:r>
                    </a:p>
                  </a:txBody>
                  <a:tcPr/>
                </a:tc>
                <a:tc>
                  <a:txBody>
                    <a:bodyPr/>
                    <a:lstStyle/>
                    <a:p>
                      <a:r>
                        <a:rPr lang="en-US" dirty="0"/>
                        <a:t>.307</a:t>
                      </a:r>
                    </a:p>
                  </a:txBody>
                  <a:tcPr/>
                </a:tc>
                <a:tc>
                  <a:txBody>
                    <a:bodyPr/>
                    <a:lstStyle/>
                    <a:p>
                      <a:r>
                        <a:rPr lang="en-US" dirty="0"/>
                        <a:t>.240</a:t>
                      </a:r>
                    </a:p>
                  </a:txBody>
                  <a:tcPr/>
                </a:tc>
                <a:tc>
                  <a:txBody>
                    <a:bodyPr/>
                    <a:lstStyle/>
                    <a:p>
                      <a:r>
                        <a:rPr lang="en-US" dirty="0"/>
                        <a:t>.326</a:t>
                      </a:r>
                    </a:p>
                  </a:txBody>
                  <a:tcPr/>
                </a:tc>
                <a:tc>
                  <a:txBody>
                    <a:bodyPr/>
                    <a:lstStyle/>
                    <a:p>
                      <a:r>
                        <a:rPr lang="en-US" dirty="0"/>
                        <a:t>.406</a:t>
                      </a:r>
                    </a:p>
                  </a:txBody>
                  <a:tcPr/>
                </a:tc>
                <a:tc>
                  <a:txBody>
                    <a:bodyPr/>
                    <a:lstStyle/>
                    <a:p>
                      <a:r>
                        <a:rPr lang="en-US" dirty="0"/>
                        <a:t>.325</a:t>
                      </a:r>
                    </a:p>
                  </a:txBody>
                  <a:tcPr/>
                </a:tc>
                <a:tc>
                  <a:txBody>
                    <a:bodyPr/>
                    <a:lstStyle/>
                    <a:p>
                      <a:r>
                        <a:rPr lang="en-US" dirty="0"/>
                        <a:t>.378</a:t>
                      </a:r>
                    </a:p>
                  </a:txBody>
                  <a:tcPr/>
                </a:tc>
                <a:tc>
                  <a:txBody>
                    <a:bodyPr/>
                    <a:lstStyle/>
                    <a:p>
                      <a:r>
                        <a:rPr lang="en-US" dirty="0"/>
                        <a:t>.427</a:t>
                      </a:r>
                    </a:p>
                  </a:txBody>
                  <a:tcPr/>
                </a:tc>
                <a:tc>
                  <a:txBody>
                    <a:bodyPr/>
                    <a:lstStyle/>
                    <a:p>
                      <a:r>
                        <a:rPr lang="en-US" dirty="0"/>
                        <a:t>.765</a:t>
                      </a:r>
                    </a:p>
                  </a:txBody>
                  <a:tcPr/>
                </a:tc>
                <a:tc>
                  <a:txBody>
                    <a:bodyPr/>
                    <a:lstStyle/>
                    <a:p>
                      <a:r>
                        <a:rPr lang="en-US" dirty="0"/>
                        <a:t>1.00</a:t>
                      </a:r>
                    </a:p>
                  </a:txBody>
                  <a:tcPr/>
                </a:tc>
                <a:extLst>
                  <a:ext uri="{0D108BD9-81ED-4DB2-BD59-A6C34878D82A}">
                    <a16:rowId xmlns:a16="http://schemas.microsoft.com/office/drawing/2014/main" val="1805214020"/>
                  </a:ext>
                </a:extLst>
              </a:tr>
            </a:tbl>
          </a:graphicData>
        </a:graphic>
      </p:graphicFrame>
      <p:sp>
        <p:nvSpPr>
          <p:cNvPr id="6" name="Rectangle 5">
            <a:extLst>
              <a:ext uri="{FF2B5EF4-FFF2-40B4-BE49-F238E27FC236}">
                <a16:creationId xmlns:a16="http://schemas.microsoft.com/office/drawing/2014/main" id="{F38BF660-2769-4CBD-80F5-C4B02E71F265}"/>
              </a:ext>
            </a:extLst>
          </p:cNvPr>
          <p:cNvSpPr/>
          <p:nvPr/>
        </p:nvSpPr>
        <p:spPr>
          <a:xfrm>
            <a:off x="3292548" y="3011465"/>
            <a:ext cx="822252" cy="14996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 name="Rectangle 6">
            <a:extLst>
              <a:ext uri="{FF2B5EF4-FFF2-40B4-BE49-F238E27FC236}">
                <a16:creationId xmlns:a16="http://schemas.microsoft.com/office/drawing/2014/main" id="{42B5EDA5-03A0-4EA3-A628-F5141DC48A57}"/>
              </a:ext>
            </a:extLst>
          </p:cNvPr>
          <p:cNvSpPr/>
          <p:nvPr/>
        </p:nvSpPr>
        <p:spPr>
          <a:xfrm>
            <a:off x="6565934" y="4514959"/>
            <a:ext cx="740229" cy="11238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8" name="Rectangle 7">
            <a:extLst>
              <a:ext uri="{FF2B5EF4-FFF2-40B4-BE49-F238E27FC236}">
                <a16:creationId xmlns:a16="http://schemas.microsoft.com/office/drawing/2014/main" id="{A5FDDF6A-ABB0-4B25-9222-A5613E4CA66C}"/>
              </a:ext>
            </a:extLst>
          </p:cNvPr>
          <p:cNvSpPr/>
          <p:nvPr/>
        </p:nvSpPr>
        <p:spPr>
          <a:xfrm>
            <a:off x="8874965" y="5779867"/>
            <a:ext cx="740229" cy="7264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29254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A5A3F-2C30-486D-A368-EA9097D68A01}"/>
              </a:ext>
            </a:extLst>
          </p:cNvPr>
          <p:cNvSpPr>
            <a:spLocks noGrp="1"/>
          </p:cNvSpPr>
          <p:nvPr>
            <p:ph type="title"/>
          </p:nvPr>
        </p:nvSpPr>
        <p:spPr/>
        <p:txBody>
          <a:bodyPr/>
          <a:lstStyle/>
          <a:p>
            <a:r>
              <a:rPr lang="en-US" dirty="0"/>
              <a:t>Is factor analysis appropriate?</a:t>
            </a:r>
          </a:p>
        </p:txBody>
      </p:sp>
      <p:sp>
        <p:nvSpPr>
          <p:cNvPr id="3" name="Content Placeholder 2">
            <a:extLst>
              <a:ext uri="{FF2B5EF4-FFF2-40B4-BE49-F238E27FC236}">
                <a16:creationId xmlns:a16="http://schemas.microsoft.com/office/drawing/2014/main" id="{30474869-F3B5-49CB-AEC4-DE15B2FFBFD2}"/>
              </a:ext>
            </a:extLst>
          </p:cNvPr>
          <p:cNvSpPr>
            <a:spLocks noGrp="1"/>
          </p:cNvSpPr>
          <p:nvPr>
            <p:ph idx="1"/>
          </p:nvPr>
        </p:nvSpPr>
        <p:spPr/>
        <p:txBody>
          <a:bodyPr/>
          <a:lstStyle/>
          <a:p>
            <a:r>
              <a:rPr lang="en-US" dirty="0"/>
              <a:t>Conceptual issues</a:t>
            </a:r>
          </a:p>
          <a:p>
            <a:r>
              <a:rPr lang="en-US" dirty="0"/>
              <a:t>Statistical issues</a:t>
            </a:r>
          </a:p>
          <a:p>
            <a:pPr lvl="1"/>
            <a:r>
              <a:rPr lang="en-US" sz="2000" dirty="0"/>
              <a:t>Ensure that the data matrix has sufficient correlations to justify the application of FA</a:t>
            </a:r>
          </a:p>
          <a:p>
            <a:pPr lvl="2"/>
            <a:r>
              <a:rPr lang="en-US" sz="1800" dirty="0"/>
              <a:t>If all correlations are low don’t use (&lt;.30)</a:t>
            </a:r>
          </a:p>
          <a:p>
            <a:pPr lvl="1"/>
            <a:r>
              <a:rPr lang="en-US" sz="2000" dirty="0"/>
              <a:t>Look for </a:t>
            </a:r>
            <a:r>
              <a:rPr lang="en-US" sz="2000" b="1" u="sng" dirty="0"/>
              <a:t>low</a:t>
            </a:r>
            <a:r>
              <a:rPr lang="en-US" sz="2000" dirty="0"/>
              <a:t> partial correlations </a:t>
            </a:r>
            <a:r>
              <a:rPr lang="en-US" sz="2000" dirty="0">
                <a:sym typeface="Wingdings" panose="05000000000000000000" pitchFamily="2" charset="2"/>
              </a:rPr>
              <a:t> a</a:t>
            </a:r>
            <a:r>
              <a:rPr lang="en-US" sz="2000" dirty="0"/>
              <a:t> pattern of high partial correlations means that a variable is </a:t>
            </a:r>
            <a:r>
              <a:rPr lang="en-US" sz="2000" b="1" dirty="0"/>
              <a:t>not </a:t>
            </a:r>
            <a:r>
              <a:rPr lang="en-US" sz="2000" dirty="0"/>
              <a:t>correlated with a large number of other variables </a:t>
            </a:r>
            <a:r>
              <a:rPr lang="en-US" sz="2000" dirty="0">
                <a:sym typeface="Wingdings" panose="05000000000000000000" pitchFamily="2" charset="2"/>
              </a:rPr>
              <a:t> no factors exist in the data</a:t>
            </a:r>
          </a:p>
          <a:p>
            <a:pPr lvl="1"/>
            <a:r>
              <a:rPr lang="en-US" sz="2000" dirty="0">
                <a:sym typeface="Wingdings" panose="05000000000000000000" pitchFamily="2" charset="2"/>
              </a:rPr>
              <a:t>Partial correlations &gt; .7 are high</a:t>
            </a:r>
          </a:p>
          <a:p>
            <a:pPr lvl="2"/>
            <a:r>
              <a:rPr lang="en-US" sz="1600" dirty="0">
                <a:sym typeface="Wingdings" panose="05000000000000000000" pitchFamily="2" charset="2"/>
              </a:rPr>
              <a:t>SPSS provides an anti-image correlation matrix which is the negative value of the partial correlation (can be useful for understanding whether the data should/ should not be factor analyzed)</a:t>
            </a:r>
          </a:p>
          <a:p>
            <a:pPr lvl="1"/>
            <a:r>
              <a:rPr lang="en-US" sz="2000" dirty="0"/>
              <a:t>Bartlett’s test of sphericity should be </a:t>
            </a:r>
            <a:r>
              <a:rPr lang="en-US" sz="2000" b="1" dirty="0"/>
              <a:t>significant</a:t>
            </a:r>
          </a:p>
          <a:p>
            <a:pPr lvl="1"/>
            <a:r>
              <a:rPr lang="en-US" sz="2000" dirty="0"/>
              <a:t>Kaiser-Meyer-Olkin Measure of sampling adequacy (MSA) should be high</a:t>
            </a:r>
          </a:p>
        </p:txBody>
      </p:sp>
    </p:spTree>
    <p:extLst>
      <p:ext uri="{BB962C8B-B14F-4D97-AF65-F5344CB8AC3E}">
        <p14:creationId xmlns:p14="http://schemas.microsoft.com/office/powerpoint/2010/main" val="1653735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80D5-799E-466C-B0AE-1A58D007A5EA}"/>
              </a:ext>
            </a:extLst>
          </p:cNvPr>
          <p:cNvSpPr>
            <a:spLocks noGrp="1"/>
          </p:cNvSpPr>
          <p:nvPr>
            <p:ph type="title"/>
          </p:nvPr>
        </p:nvSpPr>
        <p:spPr/>
        <p:txBody>
          <a:bodyPr/>
          <a:lstStyle/>
          <a:p>
            <a:r>
              <a:rPr lang="en-US" dirty="0"/>
              <a:t>Initial factorability assessment (Summary)</a:t>
            </a:r>
          </a:p>
        </p:txBody>
      </p:sp>
      <p:sp>
        <p:nvSpPr>
          <p:cNvPr id="3" name="Content Placeholder 2">
            <a:extLst>
              <a:ext uri="{FF2B5EF4-FFF2-40B4-BE49-F238E27FC236}">
                <a16:creationId xmlns:a16="http://schemas.microsoft.com/office/drawing/2014/main" id="{10CAD5B6-DDD1-4929-BCD3-070926C9A068}"/>
              </a:ext>
            </a:extLst>
          </p:cNvPr>
          <p:cNvSpPr>
            <a:spLocks noGrp="1"/>
          </p:cNvSpPr>
          <p:nvPr>
            <p:ph idx="1"/>
          </p:nvPr>
        </p:nvSpPr>
        <p:spPr/>
        <p:txBody>
          <a:bodyPr>
            <a:normAutofit lnSpcReduction="10000"/>
          </a:bodyPr>
          <a:lstStyle/>
          <a:p>
            <a:r>
              <a:rPr lang="en-US" dirty="0"/>
              <a:t>Correlation coefficient values</a:t>
            </a:r>
          </a:p>
          <a:p>
            <a:pPr lvl="1"/>
            <a:r>
              <a:rPr lang="en-US" dirty="0"/>
              <a:t>Should be &gt; .30</a:t>
            </a:r>
          </a:p>
          <a:p>
            <a:r>
              <a:rPr lang="en-US" dirty="0"/>
              <a:t>Bartlett’s test of sphericity</a:t>
            </a:r>
          </a:p>
          <a:p>
            <a:pPr lvl="1"/>
            <a:r>
              <a:rPr lang="en-US" dirty="0"/>
              <a:t>The null hypothesis is the variance-covariance matrix equals the identity matrix</a:t>
            </a:r>
          </a:p>
          <a:p>
            <a:pPr lvl="1"/>
            <a:r>
              <a:rPr lang="en-US" dirty="0"/>
              <a:t>Here we want to reject the null hypothesis because we want overlapping variance between variables in order to reduce them into latent factors</a:t>
            </a:r>
          </a:p>
          <a:p>
            <a:r>
              <a:rPr lang="en-US" dirty="0"/>
              <a:t>Anti-image correlation matrix</a:t>
            </a:r>
          </a:p>
          <a:p>
            <a:r>
              <a:rPr lang="en-US" dirty="0"/>
              <a:t>Kaiser-Meyer-Olkin measure of sampling adequacy (MSA)</a:t>
            </a:r>
          </a:p>
          <a:p>
            <a:pPr lvl="1"/>
            <a:r>
              <a:rPr lang="en-US" dirty="0"/>
              <a:t>An index of shared variance in the variables: </a:t>
            </a:r>
            <a:r>
              <a:rPr lang="en-US" b="0" i="0" dirty="0">
                <a:solidFill>
                  <a:srgbClr val="202124"/>
                </a:solidFill>
                <a:effectLst/>
              </a:rPr>
              <a:t>the proportion of variance in your variables that might be “caused” by underlying factors</a:t>
            </a:r>
            <a:endParaRPr lang="en-US" dirty="0"/>
          </a:p>
          <a:p>
            <a:pPr lvl="1"/>
            <a:r>
              <a:rPr lang="en-US" dirty="0"/>
              <a:t>Compares the magnitude of the observed to partial correlation coefficients</a:t>
            </a:r>
          </a:p>
          <a:p>
            <a:pPr lvl="1"/>
            <a:r>
              <a:rPr lang="en-US" dirty="0"/>
              <a:t>Ranges from 0 to 1 and larger values mean more factorability (look for significance)</a:t>
            </a:r>
          </a:p>
          <a:p>
            <a:endParaRPr lang="en-US" dirty="0"/>
          </a:p>
        </p:txBody>
      </p:sp>
    </p:spTree>
    <p:extLst>
      <p:ext uri="{BB962C8B-B14F-4D97-AF65-F5344CB8AC3E}">
        <p14:creationId xmlns:p14="http://schemas.microsoft.com/office/powerpoint/2010/main" val="3449066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D7439-7D9D-4311-B861-85FEF8318F14}"/>
              </a:ext>
            </a:extLst>
          </p:cNvPr>
          <p:cNvSpPr>
            <a:spLocks noGrp="1"/>
          </p:cNvSpPr>
          <p:nvPr>
            <p:ph type="title"/>
          </p:nvPr>
        </p:nvSpPr>
        <p:spPr/>
        <p:txBody>
          <a:bodyPr>
            <a:normAutofit/>
          </a:bodyPr>
          <a:lstStyle/>
          <a:p>
            <a:r>
              <a:rPr lang="en-US" b="0" i="0" dirty="0">
                <a:solidFill>
                  <a:srgbClr val="000000"/>
                </a:solidFill>
                <a:effectLst/>
              </a:rPr>
              <a:t>Extracting a set of factors from the correlation matrix</a:t>
            </a:r>
            <a:endParaRPr lang="en-US" dirty="0"/>
          </a:p>
        </p:txBody>
      </p:sp>
      <p:sp>
        <p:nvSpPr>
          <p:cNvPr id="3" name="Content Placeholder 2">
            <a:extLst>
              <a:ext uri="{FF2B5EF4-FFF2-40B4-BE49-F238E27FC236}">
                <a16:creationId xmlns:a16="http://schemas.microsoft.com/office/drawing/2014/main" id="{BCEBDE1A-6EEF-4C8E-8DB7-5A5540B9919F}"/>
              </a:ext>
            </a:extLst>
          </p:cNvPr>
          <p:cNvSpPr>
            <a:spLocks noGrp="1"/>
          </p:cNvSpPr>
          <p:nvPr>
            <p:ph idx="1"/>
          </p:nvPr>
        </p:nvSpPr>
        <p:spPr/>
        <p:txBody>
          <a:bodyPr>
            <a:normAutofit/>
          </a:bodyPr>
          <a:lstStyle/>
          <a:p>
            <a:pPr lvl="1"/>
            <a:r>
              <a:rPr lang="en-US" sz="3200" dirty="0"/>
              <a:t>Fitting the factor model is called factor extraction</a:t>
            </a:r>
          </a:p>
          <a:p>
            <a:pPr lvl="1"/>
            <a:r>
              <a:rPr lang="en-US" sz="3200" dirty="0"/>
              <a:t>Different algorithms are used to fit the factor analytic model</a:t>
            </a:r>
          </a:p>
          <a:p>
            <a:pPr lvl="2"/>
            <a:r>
              <a:rPr lang="en-US" sz="2400" dirty="0"/>
              <a:t>Principle components</a:t>
            </a:r>
          </a:p>
          <a:p>
            <a:pPr lvl="2"/>
            <a:r>
              <a:rPr lang="en-US" sz="2400" dirty="0"/>
              <a:t>Principle axis</a:t>
            </a:r>
          </a:p>
          <a:p>
            <a:pPr lvl="2"/>
            <a:r>
              <a:rPr lang="en-US" sz="2400" dirty="0"/>
              <a:t>MLE (also used in CFA and other techniques)</a:t>
            </a:r>
          </a:p>
          <a:p>
            <a:pPr lvl="1"/>
            <a:r>
              <a:rPr lang="en-US" sz="3200" dirty="0"/>
              <a:t>An extraction method requires rotation for interpretability </a:t>
            </a:r>
          </a:p>
          <a:p>
            <a:pPr lvl="1"/>
            <a:r>
              <a:rPr lang="en-US" sz="3200" dirty="0"/>
              <a:t>These mostly will yield the same results</a:t>
            </a:r>
          </a:p>
        </p:txBody>
      </p:sp>
    </p:spTree>
    <p:extLst>
      <p:ext uri="{BB962C8B-B14F-4D97-AF65-F5344CB8AC3E}">
        <p14:creationId xmlns:p14="http://schemas.microsoft.com/office/powerpoint/2010/main" val="1843396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02AE-59EB-496E-9655-1BC7DCFA9C1B}"/>
              </a:ext>
            </a:extLst>
          </p:cNvPr>
          <p:cNvSpPr>
            <a:spLocks noGrp="1"/>
          </p:cNvSpPr>
          <p:nvPr>
            <p:ph type="title"/>
          </p:nvPr>
        </p:nvSpPr>
        <p:spPr/>
        <p:txBody>
          <a:bodyPr/>
          <a:lstStyle/>
          <a:p>
            <a:r>
              <a:rPr lang="en-US" b="0" i="0" dirty="0">
                <a:solidFill>
                  <a:srgbClr val="000000"/>
                </a:solidFill>
                <a:effectLst/>
                <a:latin typeface="Calibri" panose="020F0502020204030204" pitchFamily="34" charset="0"/>
              </a:rPr>
              <a:t>Extracting a set of factors from the correlation matrix</a:t>
            </a:r>
            <a:endParaRPr lang="en-US" dirty="0"/>
          </a:p>
        </p:txBody>
      </p:sp>
      <p:sp>
        <p:nvSpPr>
          <p:cNvPr id="3" name="Content Placeholder 2">
            <a:extLst>
              <a:ext uri="{FF2B5EF4-FFF2-40B4-BE49-F238E27FC236}">
                <a16:creationId xmlns:a16="http://schemas.microsoft.com/office/drawing/2014/main" id="{3CB323ED-FFF6-4007-AF5F-2E951B291301}"/>
              </a:ext>
            </a:extLst>
          </p:cNvPr>
          <p:cNvSpPr>
            <a:spLocks noGrp="1"/>
          </p:cNvSpPr>
          <p:nvPr>
            <p:ph idx="1"/>
          </p:nvPr>
        </p:nvSpPr>
        <p:spPr/>
        <p:txBody>
          <a:bodyPr>
            <a:normAutofit/>
          </a:bodyPr>
          <a:lstStyle/>
          <a:p>
            <a:r>
              <a:rPr lang="en-US" sz="2400" dirty="0"/>
              <a:t>Partitioning the variance</a:t>
            </a:r>
          </a:p>
          <a:p>
            <a:pPr lvl="1"/>
            <a:r>
              <a:rPr lang="en-US" sz="2000" dirty="0"/>
              <a:t>Recall the variance is a value that represents the total amount of dispersion of values for a single variable about its mean</a:t>
            </a:r>
          </a:p>
          <a:p>
            <a:pPr lvl="1"/>
            <a:r>
              <a:rPr lang="en-US" sz="2000" dirty="0"/>
              <a:t>When a variable is correlated with another variable, we say it shares variance with another variable and the “amount” of sharing is the squared correlation</a:t>
            </a:r>
          </a:p>
          <a:p>
            <a:pPr lvl="2"/>
            <a:r>
              <a:rPr lang="en-US" sz="1600" dirty="0"/>
              <a:t>.50 </a:t>
            </a:r>
            <a:r>
              <a:rPr lang="en-US" sz="1600" dirty="0">
                <a:sym typeface="Wingdings" panose="05000000000000000000" pitchFamily="2" charset="2"/>
              </a:rPr>
              <a:t> 25% of variance is shared</a:t>
            </a:r>
          </a:p>
          <a:p>
            <a:pPr lvl="1"/>
            <a:r>
              <a:rPr lang="en-US" sz="2000" dirty="0">
                <a:sym typeface="Wingdings" panose="05000000000000000000" pitchFamily="2" charset="2"/>
              </a:rPr>
              <a:t>In FA we group variables by their correlation</a:t>
            </a:r>
          </a:p>
          <a:p>
            <a:pPr lvl="2"/>
            <a:r>
              <a:rPr lang="en-US" sz="1800" dirty="0">
                <a:sym typeface="Wingdings" panose="05000000000000000000" pitchFamily="2" charset="2"/>
              </a:rPr>
              <a:t>The variables in each group (factor) have high correlations with each other</a:t>
            </a:r>
          </a:p>
          <a:p>
            <a:pPr lvl="3"/>
            <a:r>
              <a:rPr lang="en-US" sz="1800" dirty="0">
                <a:sym typeface="Wingdings" panose="05000000000000000000" pitchFamily="2" charset="2"/>
              </a:rPr>
              <a:t>It is important to understand how much of a variables’ variance is shared with other variables in that factor versus what cannot be shared or is left unexplained</a:t>
            </a:r>
          </a:p>
          <a:p>
            <a:pPr lvl="2"/>
            <a:r>
              <a:rPr lang="en-US" sz="1800" dirty="0">
                <a:sym typeface="Wingdings" panose="05000000000000000000" pitchFamily="2" charset="2"/>
              </a:rPr>
              <a:t>The total variance can be partitioned into</a:t>
            </a:r>
          </a:p>
          <a:p>
            <a:pPr lvl="3"/>
            <a:r>
              <a:rPr lang="en-US" sz="1800" dirty="0">
                <a:sym typeface="Wingdings" panose="05000000000000000000" pitchFamily="2" charset="2"/>
              </a:rPr>
              <a:t>Total variance = Common variance + Specific variance + Error variance</a:t>
            </a:r>
            <a:endParaRPr lang="en-US" sz="1800" dirty="0"/>
          </a:p>
        </p:txBody>
      </p:sp>
    </p:spTree>
    <p:extLst>
      <p:ext uri="{BB962C8B-B14F-4D97-AF65-F5344CB8AC3E}">
        <p14:creationId xmlns:p14="http://schemas.microsoft.com/office/powerpoint/2010/main" val="165965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FE-96CC-5C0A-B235-88B5824F807D}"/>
              </a:ext>
            </a:extLst>
          </p:cNvPr>
          <p:cNvSpPr>
            <a:spLocks noGrp="1"/>
          </p:cNvSpPr>
          <p:nvPr>
            <p:ph type="title"/>
          </p:nvPr>
        </p:nvSpPr>
        <p:spPr/>
        <p:txBody>
          <a:bodyPr/>
          <a:lstStyle/>
          <a:p>
            <a:r>
              <a:rPr lang="en-US" dirty="0"/>
              <a:t>Important concepts</a:t>
            </a:r>
          </a:p>
        </p:txBody>
      </p:sp>
      <p:sp>
        <p:nvSpPr>
          <p:cNvPr id="3" name="Content Placeholder 2">
            <a:extLst>
              <a:ext uri="{FF2B5EF4-FFF2-40B4-BE49-F238E27FC236}">
                <a16:creationId xmlns:a16="http://schemas.microsoft.com/office/drawing/2014/main" id="{35A4D951-EBE4-5877-A68C-657AFA1A4371}"/>
              </a:ext>
            </a:extLst>
          </p:cNvPr>
          <p:cNvSpPr>
            <a:spLocks noGrp="1"/>
          </p:cNvSpPr>
          <p:nvPr>
            <p:ph idx="1"/>
          </p:nvPr>
        </p:nvSpPr>
        <p:spPr/>
        <p:txBody>
          <a:bodyPr>
            <a:normAutofit/>
          </a:bodyPr>
          <a:lstStyle/>
          <a:p>
            <a:r>
              <a:rPr lang="en-US" dirty="0"/>
              <a:t>Factor load</a:t>
            </a:r>
          </a:p>
          <a:p>
            <a:pPr lvl="1"/>
            <a:r>
              <a:rPr lang="en-US" dirty="0"/>
              <a:t>Correlation between a variable and a factor (How high is the correlation between two variables?)</a:t>
            </a:r>
          </a:p>
          <a:p>
            <a:pPr lvl="1"/>
            <a:r>
              <a:rPr lang="en-US" dirty="0"/>
              <a:t>Loading a variable to a factor</a:t>
            </a:r>
          </a:p>
          <a:p>
            <a:r>
              <a:rPr lang="en-US" dirty="0"/>
              <a:t>Eigenvalue</a:t>
            </a:r>
          </a:p>
          <a:p>
            <a:pPr lvl="1"/>
            <a:r>
              <a:rPr lang="en-US" dirty="0"/>
              <a:t>The variance explained by a factor (How much variance can be explained by the factor?)</a:t>
            </a:r>
          </a:p>
          <a:p>
            <a:pPr lvl="1"/>
            <a:r>
              <a:rPr lang="en-US" dirty="0"/>
              <a:t>Sum of the squared factor charges</a:t>
            </a:r>
          </a:p>
          <a:p>
            <a:r>
              <a:rPr lang="en-US" dirty="0"/>
              <a:t>Communalities</a:t>
            </a:r>
          </a:p>
          <a:p>
            <a:pPr lvl="1"/>
            <a:r>
              <a:rPr lang="en-US" dirty="0"/>
              <a:t>Variance of the variables, which is explained by all factors (How much of the variance of all variables is explained by the factor?)</a:t>
            </a:r>
          </a:p>
          <a:p>
            <a:pPr lvl="1"/>
            <a:r>
              <a:rPr lang="en-US" dirty="0"/>
              <a:t>Sum of the squared factor charges of a variable</a:t>
            </a:r>
          </a:p>
          <a:p>
            <a:endParaRPr lang="en-US" dirty="0"/>
          </a:p>
        </p:txBody>
      </p:sp>
    </p:spTree>
    <p:extLst>
      <p:ext uri="{BB962C8B-B14F-4D97-AF65-F5344CB8AC3E}">
        <p14:creationId xmlns:p14="http://schemas.microsoft.com/office/powerpoint/2010/main" val="1791717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A36AC-0E38-8A5C-B074-FCD19E5A84CF}"/>
              </a:ext>
            </a:extLst>
          </p:cNvPr>
          <p:cNvSpPr>
            <a:spLocks noGrp="1"/>
          </p:cNvSpPr>
          <p:nvPr>
            <p:ph type="title"/>
          </p:nvPr>
        </p:nvSpPr>
        <p:spPr>
          <a:xfrm>
            <a:off x="1024129" y="585216"/>
            <a:ext cx="4431792" cy="1499616"/>
          </a:xfrm>
        </p:spPr>
        <p:txBody>
          <a:bodyPr>
            <a:normAutofit/>
          </a:bodyPr>
          <a:lstStyle/>
          <a:p>
            <a:r>
              <a:rPr lang="en-US" sz="3500"/>
              <a:t>Partitioning the variance in factor analysis</a:t>
            </a:r>
          </a:p>
        </p:txBody>
      </p:sp>
      <p:sp>
        <p:nvSpPr>
          <p:cNvPr id="3" name="Content Placeholder 2">
            <a:extLst>
              <a:ext uri="{FF2B5EF4-FFF2-40B4-BE49-F238E27FC236}">
                <a16:creationId xmlns:a16="http://schemas.microsoft.com/office/drawing/2014/main" id="{FADEA9B7-3CBC-6B49-DB64-B1094615DD70}"/>
              </a:ext>
            </a:extLst>
          </p:cNvPr>
          <p:cNvSpPr>
            <a:spLocks noGrp="1"/>
          </p:cNvSpPr>
          <p:nvPr>
            <p:ph idx="1"/>
          </p:nvPr>
        </p:nvSpPr>
        <p:spPr>
          <a:xfrm>
            <a:off x="1024128" y="2286000"/>
            <a:ext cx="4429615" cy="3931920"/>
          </a:xfrm>
        </p:spPr>
        <p:txBody>
          <a:bodyPr>
            <a:normAutofit lnSpcReduction="10000"/>
          </a:bodyPr>
          <a:lstStyle/>
          <a:p>
            <a:r>
              <a:rPr lang="en-US" sz="2400" i="0" dirty="0">
                <a:effectLst/>
              </a:rPr>
              <a:t>Common variance is the amount of variance that is shared among a set of items. </a:t>
            </a:r>
          </a:p>
          <a:p>
            <a:r>
              <a:rPr lang="en-US" sz="2400" dirty="0"/>
              <a:t>Unique variance is the portion of variance that is not common</a:t>
            </a:r>
          </a:p>
          <a:p>
            <a:pPr lvl="1"/>
            <a:r>
              <a:rPr lang="en-US" sz="2000" dirty="0"/>
              <a:t>Specific</a:t>
            </a:r>
          </a:p>
          <a:p>
            <a:pPr lvl="1"/>
            <a:r>
              <a:rPr lang="en-US" sz="2000" dirty="0"/>
              <a:t>Error</a:t>
            </a:r>
          </a:p>
          <a:p>
            <a:r>
              <a:rPr lang="en-US" sz="2400" dirty="0"/>
              <a:t>Total variance = common + unique</a:t>
            </a:r>
          </a:p>
          <a:p>
            <a:r>
              <a:rPr lang="en-US" sz="2400" dirty="0"/>
              <a:t>You want communality to be high and uniqueness to be low</a:t>
            </a:r>
          </a:p>
        </p:txBody>
      </p:sp>
      <p:pic>
        <p:nvPicPr>
          <p:cNvPr id="5" name="Picture 2">
            <a:extLst>
              <a:ext uri="{FF2B5EF4-FFF2-40B4-BE49-F238E27FC236}">
                <a16:creationId xmlns:a16="http://schemas.microsoft.com/office/drawing/2014/main" id="{DA6B96F8-663F-97BA-22B4-68645BBB8F8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5999" y="401860"/>
            <a:ext cx="5455921" cy="261884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8A5AD7A-AA74-D9E3-A33F-A7ADE8B9817D}"/>
              </a:ext>
            </a:extLst>
          </p:cNvPr>
          <p:cNvSpPr txBox="1"/>
          <p:nvPr/>
        </p:nvSpPr>
        <p:spPr>
          <a:xfrm>
            <a:off x="6614692" y="2670156"/>
            <a:ext cx="2121536" cy="2031325"/>
          </a:xfrm>
          <a:prstGeom prst="rect">
            <a:avLst/>
          </a:prstGeom>
          <a:noFill/>
        </p:spPr>
        <p:txBody>
          <a:bodyPr wrap="square" rtlCol="0">
            <a:spAutoFit/>
          </a:bodyPr>
          <a:lstStyle/>
          <a:p>
            <a:r>
              <a:rPr lang="en-US" dirty="0"/>
              <a:t>Ranges from 0 to 1</a:t>
            </a:r>
          </a:p>
          <a:p>
            <a:r>
              <a:rPr lang="en-US" dirty="0"/>
              <a:t>Higher values = the common factor</a:t>
            </a:r>
          </a:p>
          <a:p>
            <a:r>
              <a:rPr lang="en-US" dirty="0"/>
              <a:t>explain more of the variance of an individual</a:t>
            </a:r>
          </a:p>
          <a:p>
            <a:r>
              <a:rPr lang="en-US" dirty="0"/>
              <a:t>item</a:t>
            </a:r>
          </a:p>
        </p:txBody>
      </p:sp>
    </p:spTree>
    <p:extLst>
      <p:ext uri="{BB962C8B-B14F-4D97-AF65-F5344CB8AC3E}">
        <p14:creationId xmlns:p14="http://schemas.microsoft.com/office/powerpoint/2010/main" val="938166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A351-7A65-8B27-421F-A38F844FB6B2}"/>
              </a:ext>
            </a:extLst>
          </p:cNvPr>
          <p:cNvSpPr>
            <a:spLocks noGrp="1"/>
          </p:cNvSpPr>
          <p:nvPr>
            <p:ph type="title"/>
          </p:nvPr>
        </p:nvSpPr>
        <p:spPr>
          <a:xfrm>
            <a:off x="1024129" y="585216"/>
            <a:ext cx="4431792" cy="1499616"/>
          </a:xfrm>
        </p:spPr>
        <p:txBody>
          <a:bodyPr>
            <a:normAutofit/>
          </a:bodyPr>
          <a:lstStyle/>
          <a:p>
            <a:r>
              <a:rPr lang="en-US" dirty="0"/>
              <a:t>Example</a:t>
            </a:r>
          </a:p>
        </p:txBody>
      </p:sp>
      <p:sp>
        <p:nvSpPr>
          <p:cNvPr id="1030" name="Content Placeholder 1029">
            <a:extLst>
              <a:ext uri="{FF2B5EF4-FFF2-40B4-BE49-F238E27FC236}">
                <a16:creationId xmlns:a16="http://schemas.microsoft.com/office/drawing/2014/main" id="{6883B725-2975-9254-E69D-726B8F1755C4}"/>
              </a:ext>
            </a:extLst>
          </p:cNvPr>
          <p:cNvSpPr>
            <a:spLocks noGrp="1"/>
          </p:cNvSpPr>
          <p:nvPr>
            <p:ph idx="1"/>
          </p:nvPr>
        </p:nvSpPr>
        <p:spPr>
          <a:xfrm>
            <a:off x="1024128" y="2286000"/>
            <a:ext cx="4429615" cy="3931920"/>
          </a:xfrm>
        </p:spPr>
        <p:txBody>
          <a:bodyPr>
            <a:normAutofit/>
          </a:bodyPr>
          <a:lstStyle/>
          <a:p>
            <a:r>
              <a:rPr lang="en-US" dirty="0"/>
              <a:t>Statistics anxiety makes up the common variance for all 8 items</a:t>
            </a:r>
          </a:p>
          <a:p>
            <a:r>
              <a:rPr lang="en-US" dirty="0"/>
              <a:t>Within each item there is </a:t>
            </a:r>
          </a:p>
          <a:p>
            <a:pPr lvl="1"/>
            <a:r>
              <a:rPr lang="en-US" dirty="0"/>
              <a:t>Specific variance</a:t>
            </a:r>
          </a:p>
          <a:p>
            <a:pPr lvl="1"/>
            <a:r>
              <a:rPr lang="en-US" dirty="0"/>
              <a:t>Error variance</a:t>
            </a:r>
          </a:p>
        </p:txBody>
      </p:sp>
      <p:pic>
        <p:nvPicPr>
          <p:cNvPr id="1026" name="Picture 2" descr="fig03b">
            <a:extLst>
              <a:ext uri="{FF2B5EF4-FFF2-40B4-BE49-F238E27FC236}">
                <a16:creationId xmlns:a16="http://schemas.microsoft.com/office/drawing/2014/main" id="{0AEABD5D-5795-E47C-4280-C3ACB226521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08189" y="640080"/>
            <a:ext cx="5231543" cy="5577840"/>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ED7FE054-67D2-C2C8-56BC-DE2DD72F8FEC}"/>
              </a:ext>
            </a:extLst>
          </p:cNvPr>
          <p:cNvSpPr/>
          <p:nvPr/>
        </p:nvSpPr>
        <p:spPr>
          <a:xfrm>
            <a:off x="10008962" y="2990334"/>
            <a:ext cx="1134196" cy="10626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Stats Anxiety</a:t>
            </a:r>
          </a:p>
        </p:txBody>
      </p:sp>
    </p:spTree>
    <p:extLst>
      <p:ext uri="{BB962C8B-B14F-4D97-AF65-F5344CB8AC3E}">
        <p14:creationId xmlns:p14="http://schemas.microsoft.com/office/powerpoint/2010/main" val="3455302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2849-4E6C-4E37-A5D3-7F031EAFC6D7}"/>
              </a:ext>
            </a:extLst>
          </p:cNvPr>
          <p:cNvSpPr>
            <a:spLocks noGrp="1"/>
          </p:cNvSpPr>
          <p:nvPr>
            <p:ph type="title"/>
          </p:nvPr>
        </p:nvSpPr>
        <p:spPr>
          <a:xfrm>
            <a:off x="1024128" y="585216"/>
            <a:ext cx="6501137" cy="1499616"/>
          </a:xfrm>
        </p:spPr>
        <p:txBody>
          <a:bodyPr>
            <a:normAutofit/>
          </a:bodyPr>
          <a:lstStyle/>
          <a:p>
            <a:r>
              <a:rPr lang="en-US" sz="3100" b="0" i="0" dirty="0">
                <a:effectLst/>
                <a:latin typeface="Calibri" panose="020F0502020204030204" pitchFamily="34" charset="0"/>
              </a:rPr>
              <a:t>Extracting a set of factors from the correlation matrix</a:t>
            </a:r>
            <a:endParaRPr lang="en-US" sz="31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C9FDB3F-7536-4673-B5A3-9C9569335795}"/>
                  </a:ext>
                </a:extLst>
              </p:cNvPr>
              <p:cNvSpPr>
                <a:spLocks noGrp="1"/>
              </p:cNvSpPr>
              <p:nvPr>
                <p:ph idx="1"/>
              </p:nvPr>
            </p:nvSpPr>
            <p:spPr>
              <a:xfrm>
                <a:off x="1024128" y="2286000"/>
                <a:ext cx="10670567" cy="4023360"/>
              </a:xfrm>
            </p:spPr>
            <p:txBody>
              <a:bodyPr>
                <a:normAutofit lnSpcReduction="10000"/>
              </a:bodyPr>
              <a:lstStyle/>
              <a:p>
                <a:r>
                  <a:rPr lang="en-US" sz="2000" dirty="0"/>
                  <a:t>Common variance</a:t>
                </a:r>
              </a:p>
              <a:p>
                <a:pPr lvl="1"/>
                <a:r>
                  <a:rPr lang="en-US" sz="2000" dirty="0"/>
                  <a:t>The amount of variance that is shared among a set of items</a:t>
                </a:r>
              </a:p>
              <a:p>
                <a:pPr lvl="1"/>
                <a:r>
                  <a:rPr lang="en-US" sz="2000" dirty="0"/>
                  <a:t>Items that are highly correlated will share a lot of variance</a:t>
                </a:r>
              </a:p>
              <a:p>
                <a:pPr lvl="1"/>
                <a:r>
                  <a:rPr lang="en-US" sz="2000" dirty="0"/>
                  <a:t>A </a:t>
                </a:r>
                <a:r>
                  <a:rPr lang="en-US" sz="2000" b="1" dirty="0"/>
                  <a:t>variables communality is the proportion of each variable’s variance that is explained by the factors, </a:t>
                </a:r>
                <a14:m>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𝒉</m:t>
                        </m:r>
                      </m:e>
                      <m:sup>
                        <m:r>
                          <a:rPr lang="en-US" sz="2000" b="1" i="1" smtClean="0">
                            <a:latin typeface="Cambria Math" panose="02040503050406030204" pitchFamily="18" charset="0"/>
                          </a:rPr>
                          <m:t>𝟐</m:t>
                        </m:r>
                      </m:sup>
                    </m:sSup>
                  </m:oMath>
                </a14:m>
                <a:endParaRPr lang="en-US" sz="2000" b="1" dirty="0"/>
              </a:p>
              <a:p>
                <a:pPr lvl="1"/>
                <a:r>
                  <a:rPr lang="en-US" sz="2000" dirty="0"/>
                  <a:t>“How well do the measured variables load into the factors?” </a:t>
                </a:r>
                <a:r>
                  <a:rPr lang="en-US" sz="2000" b="1" dirty="0"/>
                  <a:t>(</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h</m:t>
                        </m:r>
                      </m:e>
                      <m:sup>
                        <m:r>
                          <a:rPr lang="en-US" sz="2000" b="0" i="1" smtClean="0">
                            <a:latin typeface="Cambria Math" panose="02040503050406030204" pitchFamily="18" charset="0"/>
                          </a:rPr>
                          <m:t>2</m:t>
                        </m:r>
                      </m:sup>
                    </m:sSup>
                  </m:oMath>
                </a14:m>
                <a:r>
                  <a:rPr lang="en-US" sz="2000" dirty="0"/>
                  <a:t>=0 the variable is not being represented)</a:t>
                </a:r>
              </a:p>
              <a:p>
                <a:r>
                  <a:rPr lang="en-US" sz="2000" dirty="0"/>
                  <a:t>Unique variance is either specific or error</a:t>
                </a:r>
              </a:p>
              <a:p>
                <a:pPr lvl="1"/>
                <a:r>
                  <a:rPr lang="en-US" sz="2000" dirty="0"/>
                  <a:t>Specific variance is variance specific to an item or variable</a:t>
                </a:r>
              </a:p>
              <a:p>
                <a:r>
                  <a:rPr lang="en-US" sz="2000" dirty="0"/>
                  <a:t>Error variance</a:t>
                </a:r>
              </a:p>
              <a:p>
                <a:pPr lvl="1"/>
                <a:r>
                  <a:rPr lang="en-US" sz="2000" b="1" dirty="0"/>
                  <a:t>Variance that cannot be explained by the correlations to other variables</a:t>
                </a:r>
              </a:p>
              <a:p>
                <a:pPr lvl="2"/>
                <a:r>
                  <a:rPr lang="en-US" sz="1600" u="sng" dirty="0"/>
                  <a:t>due to unreliability </a:t>
                </a:r>
                <a:r>
                  <a:rPr lang="en-US" sz="1600" dirty="0"/>
                  <a:t>in the data gathering process or other sorts of </a:t>
                </a:r>
                <a:r>
                  <a:rPr lang="en-US" sz="1600" b="1" u="sng" dirty="0"/>
                  <a:t>measurement error</a:t>
                </a:r>
              </a:p>
            </p:txBody>
          </p:sp>
        </mc:Choice>
        <mc:Fallback>
          <p:sp>
            <p:nvSpPr>
              <p:cNvPr id="3" name="Content Placeholder 2">
                <a:extLst>
                  <a:ext uri="{FF2B5EF4-FFF2-40B4-BE49-F238E27FC236}">
                    <a16:creationId xmlns:a16="http://schemas.microsoft.com/office/drawing/2014/main" id="{CC9FDB3F-7536-4673-B5A3-9C9569335795}"/>
                  </a:ext>
                </a:extLst>
              </p:cNvPr>
              <p:cNvSpPr>
                <a:spLocks noGrp="1" noRot="1" noChangeAspect="1" noMove="1" noResize="1" noEditPoints="1" noAdjustHandles="1" noChangeArrowheads="1" noChangeShapeType="1" noTextEdit="1"/>
              </p:cNvSpPr>
              <p:nvPr>
                <p:ph idx="1"/>
              </p:nvPr>
            </p:nvSpPr>
            <p:spPr>
              <a:xfrm>
                <a:off x="1024128" y="2286000"/>
                <a:ext cx="10670567" cy="4023360"/>
              </a:xfrm>
              <a:blipFill>
                <a:blip r:embed="rId2"/>
                <a:stretch>
                  <a:fillRect l="-171" t="-2121"/>
                </a:stretch>
              </a:blipFill>
            </p:spPr>
            <p:txBody>
              <a:bodyPr/>
              <a:lstStyle/>
              <a:p>
                <a:r>
                  <a:rPr lang="en-US">
                    <a:noFill/>
                  </a:rPr>
                  <a:t> </a:t>
                </a:r>
              </a:p>
            </p:txBody>
          </p:sp>
        </mc:Fallback>
      </mc:AlternateContent>
      <p:pic>
        <p:nvPicPr>
          <p:cNvPr id="4" name="Picture 2">
            <a:extLst>
              <a:ext uri="{FF2B5EF4-FFF2-40B4-BE49-F238E27FC236}">
                <a16:creationId xmlns:a16="http://schemas.microsoft.com/office/drawing/2014/main" id="{F96233C8-6875-437D-A10A-BE85AB8D29A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80204" y="0"/>
            <a:ext cx="3870419" cy="185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154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16B67-4C2A-48CC-99B9-5097D4BF611F}"/>
              </a:ext>
            </a:extLst>
          </p:cNvPr>
          <p:cNvSpPr>
            <a:spLocks noGrp="1"/>
          </p:cNvSpPr>
          <p:nvPr>
            <p:ph type="title"/>
          </p:nvPr>
        </p:nvSpPr>
        <p:spPr/>
        <p:txBody>
          <a:bodyPr>
            <a:normAutofit/>
          </a:bodyPr>
          <a:lstStyle/>
          <a:p>
            <a:r>
              <a:rPr lang="en-US" dirty="0"/>
              <a:t>Exploratory Factor Analysis Specification Conditions &amp; Decisions</a:t>
            </a:r>
          </a:p>
        </p:txBody>
      </p:sp>
      <p:sp>
        <p:nvSpPr>
          <p:cNvPr id="3" name="Content Placeholder 2">
            <a:extLst>
              <a:ext uri="{FF2B5EF4-FFF2-40B4-BE49-F238E27FC236}">
                <a16:creationId xmlns:a16="http://schemas.microsoft.com/office/drawing/2014/main" id="{6B264752-4918-4156-B9C9-708231C71B12}"/>
              </a:ext>
            </a:extLst>
          </p:cNvPr>
          <p:cNvSpPr>
            <a:spLocks noGrp="1"/>
          </p:cNvSpPr>
          <p:nvPr>
            <p:ph idx="1"/>
          </p:nvPr>
        </p:nvSpPr>
        <p:spPr/>
        <p:txBody>
          <a:bodyPr/>
          <a:lstStyle/>
          <a:p>
            <a:r>
              <a:rPr lang="en-US" dirty="0"/>
              <a:t>Factor retention: once the variables are factored, we need to determine how many factors to retain</a:t>
            </a:r>
          </a:p>
          <a:p>
            <a:pPr lvl="1"/>
            <a:r>
              <a:rPr lang="en-US" dirty="0"/>
              <a:t>This is a “crucial decision”</a:t>
            </a:r>
          </a:p>
          <a:p>
            <a:endParaRPr lang="en-US" dirty="0"/>
          </a:p>
        </p:txBody>
      </p:sp>
    </p:spTree>
    <p:extLst>
      <p:ext uri="{BB962C8B-B14F-4D97-AF65-F5344CB8AC3E}">
        <p14:creationId xmlns:p14="http://schemas.microsoft.com/office/powerpoint/2010/main" val="3185555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8C67F-BC2F-48A6-B924-656E0EF45B60}"/>
              </a:ext>
            </a:extLst>
          </p:cNvPr>
          <p:cNvSpPr>
            <a:spLocks noGrp="1"/>
          </p:cNvSpPr>
          <p:nvPr>
            <p:ph type="title"/>
          </p:nvPr>
        </p:nvSpPr>
        <p:spPr/>
        <p:txBody>
          <a:bodyPr/>
          <a:lstStyle/>
          <a:p>
            <a:r>
              <a:rPr lang="en-US" dirty="0"/>
              <a:t>Full Set of Criteria for number of factors</a:t>
            </a:r>
          </a:p>
        </p:txBody>
      </p:sp>
      <p:sp>
        <p:nvSpPr>
          <p:cNvPr id="3" name="Content Placeholder 2">
            <a:extLst>
              <a:ext uri="{FF2B5EF4-FFF2-40B4-BE49-F238E27FC236}">
                <a16:creationId xmlns:a16="http://schemas.microsoft.com/office/drawing/2014/main" id="{E06432FB-A528-4ED2-8EDF-7AF6551CF31D}"/>
              </a:ext>
            </a:extLst>
          </p:cNvPr>
          <p:cNvSpPr>
            <a:spLocks noGrp="1"/>
          </p:cNvSpPr>
          <p:nvPr>
            <p:ph idx="1"/>
          </p:nvPr>
        </p:nvSpPr>
        <p:spPr/>
        <p:txBody>
          <a:bodyPr>
            <a:normAutofit/>
          </a:bodyPr>
          <a:lstStyle/>
          <a:p>
            <a:r>
              <a:rPr lang="en-US" b="1" dirty="0"/>
              <a:t>Note</a:t>
            </a:r>
            <a:r>
              <a:rPr lang="en-US" dirty="0"/>
              <a:t>: some of these are statistical, some require common sense judgment</a:t>
            </a:r>
          </a:p>
          <a:p>
            <a:r>
              <a:rPr lang="en-US" dirty="0"/>
              <a:t>Selecting the factor(s)</a:t>
            </a:r>
          </a:p>
          <a:p>
            <a:pPr lvl="1"/>
            <a:r>
              <a:rPr lang="en-US" dirty="0"/>
              <a:t>A priori criterion</a:t>
            </a:r>
          </a:p>
          <a:p>
            <a:pPr lvl="1"/>
            <a:r>
              <a:rPr lang="en-US" dirty="0"/>
              <a:t>Scree plots</a:t>
            </a:r>
          </a:p>
          <a:p>
            <a:pPr lvl="1"/>
            <a:r>
              <a:rPr lang="en-US" dirty="0"/>
              <a:t>Kaiser’s rule (eigenvalues greater than one)</a:t>
            </a:r>
          </a:p>
          <a:p>
            <a:pPr lvl="1"/>
            <a:r>
              <a:rPr lang="en-US" dirty="0"/>
              <a:t>Parallel analysis</a:t>
            </a:r>
          </a:p>
          <a:p>
            <a:pPr lvl="1"/>
            <a:r>
              <a:rPr lang="en-US" dirty="0"/>
              <a:t>Number of variables per factor</a:t>
            </a:r>
          </a:p>
          <a:p>
            <a:pPr lvl="1"/>
            <a:r>
              <a:rPr lang="en-US" dirty="0"/>
              <a:t>Heterogeneity of the respondents</a:t>
            </a:r>
          </a:p>
        </p:txBody>
      </p:sp>
    </p:spTree>
    <p:extLst>
      <p:ext uri="{BB962C8B-B14F-4D97-AF65-F5344CB8AC3E}">
        <p14:creationId xmlns:p14="http://schemas.microsoft.com/office/powerpoint/2010/main" val="303006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9A2E-418A-4518-AB1A-42DC0B483312}"/>
              </a:ext>
            </a:extLst>
          </p:cNvPr>
          <p:cNvSpPr>
            <a:spLocks noGrp="1"/>
          </p:cNvSpPr>
          <p:nvPr>
            <p:ph type="title"/>
          </p:nvPr>
        </p:nvSpPr>
        <p:spPr/>
        <p:txBody>
          <a:bodyPr/>
          <a:lstStyle/>
          <a:p>
            <a:r>
              <a:rPr lang="en-US" dirty="0"/>
              <a:t>Kaiser’s rule (eigenvalues greater than one)</a:t>
            </a:r>
          </a:p>
        </p:txBody>
      </p:sp>
      <p:sp>
        <p:nvSpPr>
          <p:cNvPr id="3" name="Content Placeholder 2">
            <a:extLst>
              <a:ext uri="{FF2B5EF4-FFF2-40B4-BE49-F238E27FC236}">
                <a16:creationId xmlns:a16="http://schemas.microsoft.com/office/drawing/2014/main" id="{5A5D8422-678C-4FCE-945E-8916E3C6E3A3}"/>
              </a:ext>
            </a:extLst>
          </p:cNvPr>
          <p:cNvSpPr>
            <a:spLocks noGrp="1"/>
          </p:cNvSpPr>
          <p:nvPr>
            <p:ph idx="1"/>
          </p:nvPr>
        </p:nvSpPr>
        <p:spPr/>
        <p:txBody>
          <a:bodyPr/>
          <a:lstStyle/>
          <a:p>
            <a:r>
              <a:rPr lang="en-US" dirty="0"/>
              <a:t>Eigenvalues measure the amount of variance in the total sample that is accounted for by each factor</a:t>
            </a:r>
          </a:p>
          <a:p>
            <a:r>
              <a:rPr lang="en-US" dirty="0"/>
              <a:t>Retain only those eigenvalues that are greater than 1 and drop the rest</a:t>
            </a:r>
          </a:p>
          <a:p>
            <a:r>
              <a:rPr lang="en-US" dirty="0"/>
              <a:t>Why? Any value </a:t>
            </a:r>
            <a:r>
              <a:rPr lang="en-US" b="1" i="1" dirty="0"/>
              <a:t>greater than one </a:t>
            </a:r>
            <a:r>
              <a:rPr lang="en-US" dirty="0"/>
              <a:t>represents a factor that explains a higher-than-average amount of variance</a:t>
            </a:r>
            <a:endParaRPr lang="en-US" i="1" dirty="0"/>
          </a:p>
        </p:txBody>
      </p:sp>
    </p:spTree>
    <p:extLst>
      <p:ext uri="{BB962C8B-B14F-4D97-AF65-F5344CB8AC3E}">
        <p14:creationId xmlns:p14="http://schemas.microsoft.com/office/powerpoint/2010/main" val="2008151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02BA3-F0F1-40A5-A456-16241A5A674D}"/>
              </a:ext>
            </a:extLst>
          </p:cNvPr>
          <p:cNvSpPr>
            <a:spLocks noGrp="1"/>
          </p:cNvSpPr>
          <p:nvPr>
            <p:ph type="title"/>
          </p:nvPr>
        </p:nvSpPr>
        <p:spPr>
          <a:xfrm>
            <a:off x="1024129" y="585216"/>
            <a:ext cx="4431792" cy="1499616"/>
          </a:xfrm>
        </p:spPr>
        <p:txBody>
          <a:bodyPr>
            <a:normAutofit/>
          </a:bodyPr>
          <a:lstStyle/>
          <a:p>
            <a:r>
              <a:rPr lang="en-US" dirty="0"/>
              <a:t>Scree plot</a:t>
            </a:r>
          </a:p>
        </p:txBody>
      </p:sp>
      <p:sp>
        <p:nvSpPr>
          <p:cNvPr id="3" name="Content Placeholder 2">
            <a:extLst>
              <a:ext uri="{FF2B5EF4-FFF2-40B4-BE49-F238E27FC236}">
                <a16:creationId xmlns:a16="http://schemas.microsoft.com/office/drawing/2014/main" id="{6E1B9DE2-9B2F-4B00-8A75-71ABA4262898}"/>
              </a:ext>
            </a:extLst>
          </p:cNvPr>
          <p:cNvSpPr>
            <a:spLocks noGrp="1"/>
          </p:cNvSpPr>
          <p:nvPr>
            <p:ph idx="1"/>
          </p:nvPr>
        </p:nvSpPr>
        <p:spPr>
          <a:xfrm>
            <a:off x="1024128" y="2286000"/>
            <a:ext cx="4429615" cy="3931920"/>
          </a:xfrm>
        </p:spPr>
        <p:txBody>
          <a:bodyPr>
            <a:normAutofit/>
          </a:bodyPr>
          <a:lstStyle/>
          <a:p>
            <a:r>
              <a:rPr lang="en-US" dirty="0"/>
              <a:t>Look to see where the ‘elbow’ bends in the plot – that is how many factors to retain</a:t>
            </a:r>
          </a:p>
          <a:p>
            <a:pPr lvl="1"/>
            <a:r>
              <a:rPr lang="en-US" dirty="0"/>
              <a:t>To do this look for the clearest delineation of where the line goes from being diagonal to horizontal</a:t>
            </a:r>
          </a:p>
          <a:p>
            <a:pPr lvl="1"/>
            <a:r>
              <a:rPr lang="en-US" dirty="0"/>
              <a:t>Then count the number of </a:t>
            </a:r>
            <a:r>
              <a:rPr lang="en-US" i="1" u="sng" dirty="0"/>
              <a:t>lines</a:t>
            </a:r>
          </a:p>
          <a:p>
            <a:pPr lvl="1"/>
            <a:r>
              <a:rPr lang="en-US" i="1" dirty="0"/>
              <a:t>This is a matter of judgment I would look at 4, 5 and 6 and the use theory to guide</a:t>
            </a:r>
          </a:p>
          <a:p>
            <a:pPr lvl="1"/>
            <a:r>
              <a:rPr lang="en-US" dirty="0"/>
              <a:t>Better than Kaiser’s rule (eigenvalues greater than one)</a:t>
            </a:r>
          </a:p>
          <a:p>
            <a:pPr lvl="1"/>
            <a:endParaRPr lang="en-US" dirty="0"/>
          </a:p>
        </p:txBody>
      </p:sp>
      <p:pic>
        <p:nvPicPr>
          <p:cNvPr id="4" name="Content Placeholder 5">
            <a:extLst>
              <a:ext uri="{FF2B5EF4-FFF2-40B4-BE49-F238E27FC236}">
                <a16:creationId xmlns:a16="http://schemas.microsoft.com/office/drawing/2014/main" id="{332A3C81-FD3D-4EA1-A977-29A429A92421}"/>
              </a:ext>
            </a:extLst>
          </p:cNvPr>
          <p:cNvPicPr>
            <a:picLocks noChangeAspect="1"/>
          </p:cNvPicPr>
          <p:nvPr/>
        </p:nvPicPr>
        <p:blipFill>
          <a:blip r:embed="rId2"/>
          <a:stretch>
            <a:fillRect/>
          </a:stretch>
        </p:blipFill>
        <p:spPr>
          <a:xfrm>
            <a:off x="6096000" y="1628546"/>
            <a:ext cx="5455921" cy="3600907"/>
          </a:xfrm>
          <a:prstGeom prst="rect">
            <a:avLst/>
          </a:prstGeom>
        </p:spPr>
      </p:pic>
    </p:spTree>
    <p:extLst>
      <p:ext uri="{BB962C8B-B14F-4D97-AF65-F5344CB8AC3E}">
        <p14:creationId xmlns:p14="http://schemas.microsoft.com/office/powerpoint/2010/main" val="1940220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4ED9-8421-41E3-90E6-D4DE75A9B384}"/>
              </a:ext>
            </a:extLst>
          </p:cNvPr>
          <p:cNvSpPr>
            <a:spLocks noGrp="1"/>
          </p:cNvSpPr>
          <p:nvPr>
            <p:ph type="title"/>
          </p:nvPr>
        </p:nvSpPr>
        <p:spPr/>
        <p:txBody>
          <a:bodyPr/>
          <a:lstStyle/>
          <a:p>
            <a:r>
              <a:rPr lang="en-US" dirty="0"/>
              <a:t>Parallel Analysis**</a:t>
            </a:r>
          </a:p>
        </p:txBody>
      </p:sp>
      <p:sp>
        <p:nvSpPr>
          <p:cNvPr id="3" name="Content Placeholder 2">
            <a:extLst>
              <a:ext uri="{FF2B5EF4-FFF2-40B4-BE49-F238E27FC236}">
                <a16:creationId xmlns:a16="http://schemas.microsoft.com/office/drawing/2014/main" id="{938598B4-9DF3-4E91-8AE5-FF660925E3A3}"/>
              </a:ext>
            </a:extLst>
          </p:cNvPr>
          <p:cNvSpPr>
            <a:spLocks noGrp="1"/>
          </p:cNvSpPr>
          <p:nvPr>
            <p:ph idx="1"/>
          </p:nvPr>
        </p:nvSpPr>
        <p:spPr/>
        <p:txBody>
          <a:bodyPr/>
          <a:lstStyle/>
          <a:p>
            <a:r>
              <a:rPr lang="en-US" dirty="0"/>
              <a:t>Compare the eigenvalues from the original data to the eigenvalues generated from a Monte Carlo simulated matrix created from randomly generated data of the same sample size</a:t>
            </a:r>
          </a:p>
          <a:p>
            <a:r>
              <a:rPr lang="en-US" dirty="0"/>
              <a:t>Factors are retained when the </a:t>
            </a:r>
            <a:r>
              <a:rPr lang="en-US" i="1" dirty="0" err="1"/>
              <a:t>i</a:t>
            </a:r>
            <a:r>
              <a:rPr lang="en-US" i="1" baseline="30000" dirty="0" err="1"/>
              <a:t>th</a:t>
            </a:r>
            <a:r>
              <a:rPr lang="en-US" dirty="0"/>
              <a:t> eigenvalue from the observed data is greater than the </a:t>
            </a:r>
            <a:r>
              <a:rPr lang="en-US" i="1" dirty="0" err="1"/>
              <a:t>i</a:t>
            </a:r>
            <a:r>
              <a:rPr lang="en-US" i="1" baseline="30000" dirty="0" err="1"/>
              <a:t>th</a:t>
            </a:r>
            <a:r>
              <a:rPr lang="en-US" dirty="0"/>
              <a:t> eigenvalue from the random data</a:t>
            </a:r>
          </a:p>
          <a:p>
            <a:r>
              <a:rPr lang="en-US" dirty="0"/>
              <a:t>Superior to both previous methods</a:t>
            </a:r>
          </a:p>
          <a:p>
            <a:r>
              <a:rPr lang="en-US" dirty="0"/>
              <a:t>SPSS doesn’t provide this – do it in JASP</a:t>
            </a:r>
          </a:p>
        </p:txBody>
      </p:sp>
    </p:spTree>
    <p:extLst>
      <p:ext uri="{BB962C8B-B14F-4D97-AF65-F5344CB8AC3E}">
        <p14:creationId xmlns:p14="http://schemas.microsoft.com/office/powerpoint/2010/main" val="352176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D208-F4F9-47F7-AF34-2B6E93EB63F8}"/>
              </a:ext>
            </a:extLst>
          </p:cNvPr>
          <p:cNvSpPr>
            <a:spLocks noGrp="1"/>
          </p:cNvSpPr>
          <p:nvPr>
            <p:ph type="title"/>
          </p:nvPr>
        </p:nvSpPr>
        <p:spPr/>
        <p:txBody>
          <a:bodyPr/>
          <a:lstStyle/>
          <a:p>
            <a:r>
              <a:rPr lang="en-US" dirty="0"/>
              <a:t>Interpreting the factors</a:t>
            </a:r>
          </a:p>
        </p:txBody>
      </p:sp>
      <p:sp>
        <p:nvSpPr>
          <p:cNvPr id="3" name="Content Placeholder 2">
            <a:extLst>
              <a:ext uri="{FF2B5EF4-FFF2-40B4-BE49-F238E27FC236}">
                <a16:creationId xmlns:a16="http://schemas.microsoft.com/office/drawing/2014/main" id="{B995F661-5119-435E-93DB-DB2DECB5794B}"/>
              </a:ext>
            </a:extLst>
          </p:cNvPr>
          <p:cNvSpPr>
            <a:spLocks noGrp="1"/>
          </p:cNvSpPr>
          <p:nvPr>
            <p:ph idx="1"/>
          </p:nvPr>
        </p:nvSpPr>
        <p:spPr/>
        <p:txBody>
          <a:bodyPr/>
          <a:lstStyle/>
          <a:p>
            <a:r>
              <a:rPr lang="en-US" dirty="0"/>
              <a:t>An iterative process</a:t>
            </a:r>
          </a:p>
          <a:p>
            <a:r>
              <a:rPr lang="en-US" dirty="0"/>
              <a:t>Begins with estimating the factor matrix</a:t>
            </a:r>
          </a:p>
          <a:p>
            <a:pPr lvl="1"/>
            <a:r>
              <a:rPr lang="en-US" sz="2000" dirty="0"/>
              <a:t>First the initial </a:t>
            </a:r>
            <a:r>
              <a:rPr lang="en-US" sz="2000" b="1" dirty="0"/>
              <a:t>unrotated</a:t>
            </a:r>
            <a:r>
              <a:rPr lang="en-US" sz="2000" dirty="0"/>
              <a:t> factor matrix is computed containing the factor loadings</a:t>
            </a:r>
          </a:p>
          <a:p>
            <a:pPr lvl="2"/>
            <a:r>
              <a:rPr lang="en-US" sz="1800" dirty="0"/>
              <a:t>An unrotated factor solution simply tries to explain the maximum amount of variance with a minimal number of factors</a:t>
            </a:r>
          </a:p>
          <a:p>
            <a:pPr lvl="1"/>
            <a:r>
              <a:rPr lang="en-US" sz="2000" b="1" dirty="0"/>
              <a:t>Rotated</a:t>
            </a:r>
            <a:r>
              <a:rPr lang="en-US" sz="2000" dirty="0"/>
              <a:t> factor loadings are the correlation of each variable and the factor</a:t>
            </a:r>
          </a:p>
          <a:p>
            <a:pPr lvl="2"/>
            <a:r>
              <a:rPr lang="en-US" sz="1800" dirty="0"/>
              <a:t>Indicate the degree of correspondence between the variable and the factor – higher loadings indicate that variable is more representative of the factor</a:t>
            </a:r>
          </a:p>
          <a:p>
            <a:pPr lvl="2"/>
            <a:r>
              <a:rPr lang="en-US" sz="1800" dirty="0"/>
              <a:t>This is how you interpret the factor, by looking at rotated factor loadings it provides meaning to the unrotated factor matrix</a:t>
            </a:r>
          </a:p>
        </p:txBody>
      </p:sp>
    </p:spTree>
    <p:extLst>
      <p:ext uri="{BB962C8B-B14F-4D97-AF65-F5344CB8AC3E}">
        <p14:creationId xmlns:p14="http://schemas.microsoft.com/office/powerpoint/2010/main" val="1920395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13FE3-C34F-46C3-877F-CAA975E582F8}"/>
              </a:ext>
            </a:extLst>
          </p:cNvPr>
          <p:cNvSpPr>
            <a:spLocks noGrp="1"/>
          </p:cNvSpPr>
          <p:nvPr>
            <p:ph type="title"/>
          </p:nvPr>
        </p:nvSpPr>
        <p:spPr/>
        <p:txBody>
          <a:bodyPr/>
          <a:lstStyle/>
          <a:p>
            <a:r>
              <a:rPr lang="en-US" dirty="0"/>
              <a:t>Factor Rotation</a:t>
            </a:r>
          </a:p>
        </p:txBody>
      </p:sp>
      <p:sp>
        <p:nvSpPr>
          <p:cNvPr id="3" name="Content Placeholder 2">
            <a:extLst>
              <a:ext uri="{FF2B5EF4-FFF2-40B4-BE49-F238E27FC236}">
                <a16:creationId xmlns:a16="http://schemas.microsoft.com/office/drawing/2014/main" id="{6ADC08E3-3A8A-41C5-A719-18CC7F5472A3}"/>
              </a:ext>
            </a:extLst>
          </p:cNvPr>
          <p:cNvSpPr>
            <a:spLocks noGrp="1"/>
          </p:cNvSpPr>
          <p:nvPr>
            <p:ph idx="1"/>
          </p:nvPr>
        </p:nvSpPr>
        <p:spPr/>
        <p:txBody>
          <a:bodyPr/>
          <a:lstStyle/>
          <a:p>
            <a:r>
              <a:rPr lang="en-US" dirty="0"/>
              <a:t>Rotation means that the axes are placed in a different position by turning about the origin</a:t>
            </a:r>
          </a:p>
          <a:p>
            <a:r>
              <a:rPr lang="en-US" dirty="0"/>
              <a:t>Rotation serves only to clarify and improve the ability to interpret the solutions by more clearly differentiating the factor loadings</a:t>
            </a:r>
          </a:p>
          <a:p>
            <a:r>
              <a:rPr lang="en-US" dirty="0"/>
              <a:t>Two kinds</a:t>
            </a:r>
          </a:p>
          <a:p>
            <a:pPr lvl="1"/>
            <a:r>
              <a:rPr lang="en-US" dirty="0"/>
              <a:t>Orthogonal produces uncorrelated factors</a:t>
            </a:r>
          </a:p>
          <a:p>
            <a:pPr lvl="1"/>
            <a:r>
              <a:rPr lang="en-US" dirty="0"/>
              <a:t>Oblique rotates the factors independently of each other at different angles</a:t>
            </a:r>
          </a:p>
          <a:p>
            <a:pPr lvl="2"/>
            <a:r>
              <a:rPr lang="en-US" sz="1800" dirty="0"/>
              <a:t>Produces correlated </a:t>
            </a:r>
            <a:r>
              <a:rPr lang="en-US" sz="1800" i="1" dirty="0"/>
              <a:t>factors </a:t>
            </a:r>
            <a:r>
              <a:rPr lang="en-US" sz="1800" dirty="0"/>
              <a:t>not variables</a:t>
            </a:r>
          </a:p>
          <a:p>
            <a:pPr lvl="2"/>
            <a:r>
              <a:rPr lang="en-US" sz="1800" dirty="0"/>
              <a:t>Increases the difficulty in attaching meaning</a:t>
            </a:r>
          </a:p>
          <a:p>
            <a:pPr lvl="2"/>
            <a:r>
              <a:rPr lang="en-US" sz="1800" dirty="0"/>
              <a:t>Nevertheless, use this technique and not orthogonal as the assumption that the factors are not correlated is UNREALISTIC for social work/social sciences…</a:t>
            </a:r>
          </a:p>
        </p:txBody>
      </p:sp>
    </p:spTree>
    <p:extLst>
      <p:ext uri="{BB962C8B-B14F-4D97-AF65-F5344CB8AC3E}">
        <p14:creationId xmlns:p14="http://schemas.microsoft.com/office/powerpoint/2010/main" val="3838622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742A6-D35E-4DA3-7B2A-8A197AB2A0FF}"/>
              </a:ext>
            </a:extLst>
          </p:cNvPr>
          <p:cNvSpPr>
            <a:spLocks noGrp="1"/>
          </p:cNvSpPr>
          <p:nvPr>
            <p:ph type="title"/>
          </p:nvPr>
        </p:nvSpPr>
        <p:spPr>
          <a:xfrm>
            <a:off x="1024129" y="585216"/>
            <a:ext cx="4431792" cy="1499616"/>
          </a:xfrm>
        </p:spPr>
        <p:txBody>
          <a:bodyPr>
            <a:normAutofit/>
          </a:bodyPr>
          <a:lstStyle/>
          <a:p>
            <a:r>
              <a:rPr lang="en-US"/>
              <a:t>Rotation (Cont’D)</a:t>
            </a:r>
            <a:endParaRPr lang="en-US" dirty="0"/>
          </a:p>
        </p:txBody>
      </p:sp>
      <p:sp>
        <p:nvSpPr>
          <p:cNvPr id="3" name="Content Placeholder 2">
            <a:extLst>
              <a:ext uri="{FF2B5EF4-FFF2-40B4-BE49-F238E27FC236}">
                <a16:creationId xmlns:a16="http://schemas.microsoft.com/office/drawing/2014/main" id="{9544979D-1753-A417-B791-30D9B58E01A6}"/>
              </a:ext>
            </a:extLst>
          </p:cNvPr>
          <p:cNvSpPr>
            <a:spLocks noGrp="1"/>
          </p:cNvSpPr>
          <p:nvPr>
            <p:ph idx="1"/>
          </p:nvPr>
        </p:nvSpPr>
        <p:spPr>
          <a:xfrm>
            <a:off x="1024128" y="2286000"/>
            <a:ext cx="4429615" cy="3931920"/>
          </a:xfrm>
        </p:spPr>
        <p:txBody>
          <a:bodyPr>
            <a:normAutofit/>
          </a:bodyPr>
          <a:lstStyle/>
          <a:p>
            <a:r>
              <a:rPr lang="en-US" sz="2000"/>
              <a:t>When more than one variable loads highly on a factor the interpretation becomes difficult (as we will see)</a:t>
            </a:r>
          </a:p>
          <a:p>
            <a:r>
              <a:rPr lang="en-US" sz="2000"/>
              <a:t>It is a good idea to find an appropriate rotation that makes the factors more interpretable</a:t>
            </a:r>
          </a:p>
          <a:p>
            <a:r>
              <a:rPr lang="en-US" sz="2000"/>
              <a:t>The best way to understand this is by a scatterplot matrix of the factor loadings – the goal is to find a rotation such that each of the variables has a high loading on only one factor</a:t>
            </a:r>
          </a:p>
        </p:txBody>
      </p:sp>
      <p:pic>
        <p:nvPicPr>
          <p:cNvPr id="1026" name="Picture 2">
            <a:extLst>
              <a:ext uri="{FF2B5EF4-FFF2-40B4-BE49-F238E27FC236}">
                <a16:creationId xmlns:a16="http://schemas.microsoft.com/office/drawing/2014/main" id="{1C83987A-EB4E-A52F-FD2E-CC22394734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309"/>
          <a:stretch/>
        </p:blipFill>
        <p:spPr bwMode="auto">
          <a:xfrm>
            <a:off x="6736081" y="3711369"/>
            <a:ext cx="3866146" cy="30343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9B9B2032-6C20-4492-307C-5662544B4E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309"/>
          <a:stretch/>
        </p:blipFill>
        <p:spPr bwMode="auto">
          <a:xfrm>
            <a:off x="6736081" y="394664"/>
            <a:ext cx="3866146" cy="303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076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1AFD-6336-6BA4-791D-DA1A39CF50C9}"/>
              </a:ext>
            </a:extLst>
          </p:cNvPr>
          <p:cNvSpPr>
            <a:spLocks noGrp="1"/>
          </p:cNvSpPr>
          <p:nvPr>
            <p:ph type="title"/>
          </p:nvPr>
        </p:nvSpPr>
        <p:spPr/>
        <p:txBody>
          <a:bodyPr vert="horz" lIns="91440" tIns="45720" rIns="91440" bIns="45720" rtlCol="0" anchor="ctr">
            <a:normAutofit/>
          </a:bodyPr>
          <a:lstStyle/>
          <a:p>
            <a:r>
              <a:rPr lang="en-US" dirty="0">
                <a:solidFill>
                  <a:schemeClr val="tx1"/>
                </a:solidFill>
              </a:rPr>
              <a:t>Example</a:t>
            </a:r>
          </a:p>
        </p:txBody>
      </p:sp>
      <p:graphicFrame>
        <p:nvGraphicFramePr>
          <p:cNvPr id="5" name="Content Placeholder 4">
            <a:extLst>
              <a:ext uri="{FF2B5EF4-FFF2-40B4-BE49-F238E27FC236}">
                <a16:creationId xmlns:a16="http://schemas.microsoft.com/office/drawing/2014/main" id="{A7155530-911C-F3F2-DBD9-8EF8A0DA4F9C}"/>
              </a:ext>
            </a:extLst>
          </p:cNvPr>
          <p:cNvGraphicFramePr>
            <a:graphicFrameLocks noGrp="1"/>
          </p:cNvGraphicFramePr>
          <p:nvPr>
            <p:ph sz="half" idx="1"/>
            <p:extLst>
              <p:ext uri="{D42A27DB-BD31-4B8C-83A1-F6EECF244321}">
                <p14:modId xmlns:p14="http://schemas.microsoft.com/office/powerpoint/2010/main" val="2523976754"/>
              </p:ext>
            </p:extLst>
          </p:nvPr>
        </p:nvGraphicFramePr>
        <p:xfrm>
          <a:off x="628712" y="2130799"/>
          <a:ext cx="4931828" cy="4205255"/>
        </p:xfrm>
        <a:graphic>
          <a:graphicData uri="http://schemas.openxmlformats.org/drawingml/2006/table">
            <a:tbl>
              <a:tblPr firstRow="1" bandRow="1">
                <a:tableStyleId>{5C22544A-7EE6-4342-B048-85BDC9FD1C3A}</a:tableStyleId>
              </a:tblPr>
              <a:tblGrid>
                <a:gridCol w="1771967">
                  <a:extLst>
                    <a:ext uri="{9D8B030D-6E8A-4147-A177-3AD203B41FA5}">
                      <a16:colId xmlns:a16="http://schemas.microsoft.com/office/drawing/2014/main" val="3594886218"/>
                    </a:ext>
                  </a:extLst>
                </a:gridCol>
                <a:gridCol w="1083926">
                  <a:extLst>
                    <a:ext uri="{9D8B030D-6E8A-4147-A177-3AD203B41FA5}">
                      <a16:colId xmlns:a16="http://schemas.microsoft.com/office/drawing/2014/main" val="2639477066"/>
                    </a:ext>
                  </a:extLst>
                </a:gridCol>
                <a:gridCol w="1062681">
                  <a:extLst>
                    <a:ext uri="{9D8B030D-6E8A-4147-A177-3AD203B41FA5}">
                      <a16:colId xmlns:a16="http://schemas.microsoft.com/office/drawing/2014/main" val="3591472324"/>
                    </a:ext>
                  </a:extLst>
                </a:gridCol>
                <a:gridCol w="1013254">
                  <a:extLst>
                    <a:ext uri="{9D8B030D-6E8A-4147-A177-3AD203B41FA5}">
                      <a16:colId xmlns:a16="http://schemas.microsoft.com/office/drawing/2014/main" val="634873669"/>
                    </a:ext>
                  </a:extLst>
                </a:gridCol>
              </a:tblGrid>
              <a:tr h="325915">
                <a:tc gridSpan="4">
                  <a:txBody>
                    <a:bodyPr/>
                    <a:lstStyle/>
                    <a:p>
                      <a:pPr algn="l" fontAlgn="t"/>
                      <a:r>
                        <a:rPr lang="en-US" sz="2000" u="none" strike="noStrike" dirty="0">
                          <a:effectLst/>
                        </a:rPr>
                        <a:t>Factor</a:t>
                      </a:r>
                    </a:p>
                  </a:txBody>
                  <a:tcPr marL="20488" marR="20488" marT="20488" marB="0"/>
                </a:tc>
                <a:tc hMerge="1">
                  <a:txBody>
                    <a:bodyPr/>
                    <a:lstStyle/>
                    <a:p>
                      <a:endParaRPr lang="en-US"/>
                    </a:p>
                  </a:txBody>
                  <a:tcPr/>
                </a:tc>
                <a:tc hMerge="1">
                  <a:txBody>
                    <a:bodyPr/>
                    <a:lstStyle/>
                    <a:p>
                      <a:endParaRPr lang="en-US"/>
                    </a:p>
                  </a:txBody>
                  <a:tcPr/>
                </a:tc>
                <a:tc hMerge="1">
                  <a:txBody>
                    <a:bodyPr/>
                    <a:lstStyle/>
                    <a:p>
                      <a:pPr algn="l" fontAlgn="b"/>
                      <a:r>
                        <a:rPr lang="en-US" sz="2400" u="none" strike="noStrike" dirty="0">
                          <a:effectLst/>
                        </a:rPr>
                        <a:t> </a:t>
                      </a:r>
                      <a:endParaRPr lang="en-US" sz="2400" b="0" i="0" u="none" strike="noStrike" dirty="0">
                        <a:solidFill>
                          <a:srgbClr val="000000"/>
                        </a:solidFill>
                        <a:effectLst/>
                        <a:latin typeface="Calibri" panose="020F0502020204030204" pitchFamily="34" charset="0"/>
                      </a:endParaRPr>
                    </a:p>
                  </a:txBody>
                  <a:tcPr marL="20488" marR="20488" marT="20488" marB="0" anchor="b"/>
                </a:tc>
                <a:extLst>
                  <a:ext uri="{0D108BD9-81ED-4DB2-BD59-A6C34878D82A}">
                    <a16:rowId xmlns:a16="http://schemas.microsoft.com/office/drawing/2014/main" val="2371700437"/>
                  </a:ext>
                </a:extLst>
              </a:tr>
              <a:tr h="387934">
                <a:tc>
                  <a:txBody>
                    <a:bodyPr/>
                    <a:lstStyle/>
                    <a:p>
                      <a:pPr algn="l" fontAlgn="t"/>
                      <a:r>
                        <a:rPr lang="en-US" sz="2000" u="none" strike="noStrike" dirty="0">
                          <a:effectLst/>
                        </a:rPr>
                        <a:t>Variable</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ctr" fontAlgn="t"/>
                      <a:r>
                        <a:rPr lang="en-US" sz="2000" u="none" strike="noStrike" dirty="0">
                          <a:effectLst/>
                        </a:rPr>
                        <a:t>1</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ctr" fontAlgn="t"/>
                      <a:r>
                        <a:rPr lang="en-US" sz="2000" u="none" strike="noStrike" dirty="0">
                          <a:effectLst/>
                        </a:rPr>
                        <a:t>2</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ctr" fontAlgn="t"/>
                      <a:r>
                        <a:rPr lang="en-US" sz="2000" u="none" strike="noStrike" dirty="0">
                          <a:effectLst/>
                        </a:rPr>
                        <a:t>3</a:t>
                      </a:r>
                      <a:endParaRPr lang="en-US" sz="2000" b="1" i="0" u="none" strike="noStrike" dirty="0">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3417152127"/>
                  </a:ext>
                </a:extLst>
              </a:tr>
              <a:tr h="387934">
                <a:tc>
                  <a:txBody>
                    <a:bodyPr/>
                    <a:lstStyle/>
                    <a:p>
                      <a:pPr algn="l" fontAlgn="t"/>
                      <a:r>
                        <a:rPr lang="en-US" sz="2000" u="none" strike="noStrike" dirty="0">
                          <a:effectLst/>
                        </a:rPr>
                        <a:t>Climate</a:t>
                      </a:r>
                      <a:endParaRPr lang="en-US" sz="2000" b="0"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0.286</a:t>
                      </a:r>
                      <a:endParaRPr lang="en-US" sz="2000" b="0"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0.076</a:t>
                      </a:r>
                      <a:endParaRPr lang="en-US" sz="2000" b="0"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0.841</a:t>
                      </a:r>
                      <a:endParaRPr lang="en-US" sz="2000" b="1" i="0" u="none" strike="noStrike" dirty="0">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657762659"/>
                  </a:ext>
                </a:extLst>
              </a:tr>
              <a:tr h="387934">
                <a:tc>
                  <a:txBody>
                    <a:bodyPr/>
                    <a:lstStyle/>
                    <a:p>
                      <a:pPr algn="l" fontAlgn="t"/>
                      <a:r>
                        <a:rPr lang="en-US" sz="2000" u="none" strike="noStrike" dirty="0">
                          <a:effectLst/>
                        </a:rPr>
                        <a:t>Housing</a:t>
                      </a:r>
                      <a:endParaRPr lang="en-US" sz="2000" b="0"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a:effectLst/>
                        </a:rPr>
                        <a:t>0.698</a:t>
                      </a:r>
                      <a:endParaRPr lang="en-US" sz="2000" b="1"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0.153</a:t>
                      </a:r>
                      <a:endParaRPr lang="en-US" sz="2000" b="0"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a:effectLst/>
                        </a:rPr>
                        <a:t>0.084</a:t>
                      </a:r>
                      <a:endParaRPr lang="en-US" sz="2000" b="0" i="0" u="none" strike="noStrike">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619108501"/>
                  </a:ext>
                </a:extLst>
              </a:tr>
              <a:tr h="387934">
                <a:tc>
                  <a:txBody>
                    <a:bodyPr/>
                    <a:lstStyle/>
                    <a:p>
                      <a:pPr algn="l" fontAlgn="t"/>
                      <a:r>
                        <a:rPr lang="en-US" sz="2000" u="none" strike="noStrike">
                          <a:effectLst/>
                        </a:rPr>
                        <a:t>Health</a:t>
                      </a:r>
                      <a:endParaRPr lang="en-US" sz="2000" b="0"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0.744</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-0.41</a:t>
                      </a:r>
                      <a:endParaRPr lang="en-US" sz="2000" b="0"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a:effectLst/>
                        </a:rPr>
                        <a:t>-0.02</a:t>
                      </a:r>
                      <a:endParaRPr lang="en-US" sz="2000" b="0" i="0" u="none" strike="noStrike">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3036940624"/>
                  </a:ext>
                </a:extLst>
              </a:tr>
              <a:tr h="387934">
                <a:tc>
                  <a:txBody>
                    <a:bodyPr/>
                    <a:lstStyle/>
                    <a:p>
                      <a:pPr algn="l" fontAlgn="t"/>
                      <a:r>
                        <a:rPr lang="en-US" sz="2000" u="none" strike="noStrike">
                          <a:effectLst/>
                        </a:rPr>
                        <a:t>Crime</a:t>
                      </a:r>
                      <a:endParaRPr lang="en-US" sz="2000" b="0"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0.471</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0.522</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a:effectLst/>
                        </a:rPr>
                        <a:t>0.135</a:t>
                      </a:r>
                      <a:endParaRPr lang="en-US" sz="2000" b="0" i="0" u="none" strike="noStrike">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513561368"/>
                  </a:ext>
                </a:extLst>
              </a:tr>
              <a:tr h="387934">
                <a:tc>
                  <a:txBody>
                    <a:bodyPr/>
                    <a:lstStyle/>
                    <a:p>
                      <a:pPr algn="l" fontAlgn="t"/>
                      <a:r>
                        <a:rPr lang="en-US" sz="2000" u="none" strike="noStrike">
                          <a:effectLst/>
                        </a:rPr>
                        <a:t>Transportation</a:t>
                      </a:r>
                      <a:endParaRPr lang="en-US" sz="2000" b="0"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a:effectLst/>
                        </a:rPr>
                        <a:t>0.681</a:t>
                      </a:r>
                      <a:endParaRPr lang="en-US" sz="2000" b="1"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-0.156</a:t>
                      </a:r>
                      <a:endParaRPr lang="en-US" sz="2000" b="0"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-0.148</a:t>
                      </a:r>
                      <a:endParaRPr lang="en-US" sz="2000" b="0" i="0" u="none" strike="noStrike" dirty="0">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219385146"/>
                  </a:ext>
                </a:extLst>
              </a:tr>
              <a:tr h="387934">
                <a:tc>
                  <a:txBody>
                    <a:bodyPr/>
                    <a:lstStyle/>
                    <a:p>
                      <a:pPr algn="l" fontAlgn="t"/>
                      <a:r>
                        <a:rPr lang="en-US" sz="2000" u="none" strike="noStrike" dirty="0">
                          <a:effectLst/>
                        </a:rPr>
                        <a:t>Education</a:t>
                      </a:r>
                      <a:endParaRPr lang="en-US" sz="2000" b="0" i="0" u="none" strike="noStrike" dirty="0">
                        <a:solidFill>
                          <a:srgbClr val="000000"/>
                        </a:solidFill>
                        <a:effectLst/>
                        <a:latin typeface="Open Sans" panose="020B0606030504020204" pitchFamily="34" charset="0"/>
                      </a:endParaRPr>
                    </a:p>
                  </a:txBody>
                  <a:tcPr marL="20488" marR="20488" marT="20488" marB="0">
                    <a:solidFill>
                      <a:srgbClr val="FFFF00"/>
                    </a:solidFill>
                  </a:tcPr>
                </a:tc>
                <a:tc>
                  <a:txBody>
                    <a:bodyPr/>
                    <a:lstStyle/>
                    <a:p>
                      <a:pPr algn="l" fontAlgn="t"/>
                      <a:r>
                        <a:rPr lang="en-US" sz="2000" u="none" strike="noStrike" dirty="0">
                          <a:effectLst/>
                        </a:rPr>
                        <a:t>0.498</a:t>
                      </a:r>
                      <a:endParaRPr lang="en-US" sz="2000" b="1" i="0" u="none" strike="noStrike" dirty="0">
                        <a:solidFill>
                          <a:srgbClr val="000000"/>
                        </a:solidFill>
                        <a:effectLst/>
                        <a:latin typeface="Open Sans" panose="020B0606030504020204" pitchFamily="34" charset="0"/>
                      </a:endParaRPr>
                    </a:p>
                  </a:txBody>
                  <a:tcPr marL="20488" marR="20488" marT="20488" marB="0">
                    <a:solidFill>
                      <a:srgbClr val="FFFF00"/>
                    </a:solidFill>
                  </a:tcPr>
                </a:tc>
                <a:tc>
                  <a:txBody>
                    <a:bodyPr/>
                    <a:lstStyle/>
                    <a:p>
                      <a:pPr algn="l" fontAlgn="t"/>
                      <a:r>
                        <a:rPr lang="en-US" sz="2000" u="none" strike="noStrike" dirty="0">
                          <a:effectLst/>
                        </a:rPr>
                        <a:t>-0.498</a:t>
                      </a:r>
                      <a:endParaRPr lang="en-US" sz="2000" b="1" i="0" u="none" strike="noStrike" dirty="0">
                        <a:solidFill>
                          <a:srgbClr val="000000"/>
                        </a:solidFill>
                        <a:effectLst/>
                        <a:latin typeface="Open Sans" panose="020B0606030504020204" pitchFamily="34" charset="0"/>
                      </a:endParaRPr>
                    </a:p>
                  </a:txBody>
                  <a:tcPr marL="20488" marR="20488" marT="20488" marB="0">
                    <a:solidFill>
                      <a:srgbClr val="FFFF00"/>
                    </a:solidFill>
                  </a:tcPr>
                </a:tc>
                <a:tc>
                  <a:txBody>
                    <a:bodyPr/>
                    <a:lstStyle/>
                    <a:p>
                      <a:pPr algn="l" fontAlgn="t"/>
                      <a:r>
                        <a:rPr lang="en-US" sz="2000" u="none" strike="noStrike" dirty="0">
                          <a:effectLst/>
                        </a:rPr>
                        <a:t>-0.253</a:t>
                      </a:r>
                      <a:endParaRPr lang="en-US" sz="2000" b="0" i="0" u="none" strike="noStrike" dirty="0">
                        <a:solidFill>
                          <a:srgbClr val="000000"/>
                        </a:solidFill>
                        <a:effectLst/>
                        <a:latin typeface="Open Sans" panose="020B0606030504020204" pitchFamily="34" charset="0"/>
                      </a:endParaRPr>
                    </a:p>
                  </a:txBody>
                  <a:tcPr marL="20488" marR="20488" marT="20488" marB="0">
                    <a:solidFill>
                      <a:srgbClr val="FFFF00"/>
                    </a:solidFill>
                  </a:tcPr>
                </a:tc>
                <a:extLst>
                  <a:ext uri="{0D108BD9-81ED-4DB2-BD59-A6C34878D82A}">
                    <a16:rowId xmlns:a16="http://schemas.microsoft.com/office/drawing/2014/main" val="2375117449"/>
                  </a:ext>
                </a:extLst>
              </a:tr>
              <a:tr h="387934">
                <a:tc>
                  <a:txBody>
                    <a:bodyPr/>
                    <a:lstStyle/>
                    <a:p>
                      <a:pPr algn="l" fontAlgn="t"/>
                      <a:r>
                        <a:rPr lang="en-US" sz="2000" u="none" strike="noStrike">
                          <a:effectLst/>
                        </a:rPr>
                        <a:t>Arts</a:t>
                      </a:r>
                      <a:endParaRPr lang="en-US" sz="2000" b="0"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a:effectLst/>
                        </a:rPr>
                        <a:t>0.861</a:t>
                      </a:r>
                      <a:endParaRPr lang="en-US" sz="2000" b="1"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-0.115</a:t>
                      </a:r>
                      <a:endParaRPr lang="en-US" sz="2000" b="0" i="0" u="none" strike="noStrike" dirty="0">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0.011</a:t>
                      </a:r>
                      <a:endParaRPr lang="en-US" sz="2000" b="0" i="0" u="none" strike="noStrike" dirty="0">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1297731234"/>
                  </a:ext>
                </a:extLst>
              </a:tr>
              <a:tr h="387934">
                <a:tc>
                  <a:txBody>
                    <a:bodyPr/>
                    <a:lstStyle/>
                    <a:p>
                      <a:pPr algn="l" fontAlgn="t"/>
                      <a:r>
                        <a:rPr lang="en-US" sz="2000" u="none" strike="noStrike">
                          <a:effectLst/>
                        </a:rPr>
                        <a:t>Recreation</a:t>
                      </a:r>
                      <a:endParaRPr lang="en-US" sz="2000" b="0"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a:effectLst/>
                        </a:rPr>
                        <a:t>0.642</a:t>
                      </a:r>
                      <a:endParaRPr lang="en-US" sz="2000" b="1"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a:effectLst/>
                        </a:rPr>
                        <a:t>0.322</a:t>
                      </a:r>
                      <a:endParaRPr lang="en-US" sz="2000" b="0" i="0" u="none" strike="noStrike">
                        <a:solidFill>
                          <a:srgbClr val="000000"/>
                        </a:solidFill>
                        <a:effectLst/>
                        <a:latin typeface="Open Sans" panose="020B0606030504020204" pitchFamily="34" charset="0"/>
                      </a:endParaRPr>
                    </a:p>
                  </a:txBody>
                  <a:tcPr marL="20488" marR="20488" marT="20488" marB="0"/>
                </a:tc>
                <a:tc>
                  <a:txBody>
                    <a:bodyPr/>
                    <a:lstStyle/>
                    <a:p>
                      <a:pPr algn="l" fontAlgn="t"/>
                      <a:r>
                        <a:rPr lang="en-US" sz="2000" u="none" strike="noStrike" dirty="0">
                          <a:effectLst/>
                        </a:rPr>
                        <a:t>0.044</a:t>
                      </a:r>
                      <a:endParaRPr lang="en-US" sz="2000" b="0" i="0" u="none" strike="noStrike" dirty="0">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2655455474"/>
                  </a:ext>
                </a:extLst>
              </a:tr>
              <a:tr h="387934">
                <a:tc>
                  <a:txBody>
                    <a:bodyPr/>
                    <a:lstStyle/>
                    <a:p>
                      <a:pPr algn="l" fontAlgn="t"/>
                      <a:r>
                        <a:rPr lang="en-US" sz="2000" u="none" strike="noStrike" dirty="0">
                          <a:effectLst/>
                        </a:rPr>
                        <a:t>Economics</a:t>
                      </a:r>
                      <a:endParaRPr lang="en-US" sz="2000" b="0" i="0" u="none" strike="noStrike" dirty="0">
                        <a:solidFill>
                          <a:srgbClr val="000000"/>
                        </a:solidFill>
                        <a:effectLst/>
                        <a:latin typeface="Open Sans" panose="020B0606030504020204" pitchFamily="34" charset="0"/>
                      </a:endParaRPr>
                    </a:p>
                  </a:txBody>
                  <a:tcPr marL="20488" marR="20488" marT="20488" marB="0">
                    <a:solidFill>
                      <a:srgbClr val="FFFF00"/>
                    </a:solidFill>
                  </a:tcPr>
                </a:tc>
                <a:tc>
                  <a:txBody>
                    <a:bodyPr/>
                    <a:lstStyle/>
                    <a:p>
                      <a:pPr algn="l" fontAlgn="t"/>
                      <a:r>
                        <a:rPr lang="en-US" sz="2000" u="none" strike="noStrike" dirty="0">
                          <a:effectLst/>
                        </a:rPr>
                        <a:t>0.298</a:t>
                      </a:r>
                      <a:endParaRPr lang="en-US" sz="2000" b="0" i="0" u="none" strike="noStrike" dirty="0">
                        <a:solidFill>
                          <a:srgbClr val="000000"/>
                        </a:solidFill>
                        <a:effectLst/>
                        <a:latin typeface="Open Sans" panose="020B0606030504020204" pitchFamily="34" charset="0"/>
                      </a:endParaRPr>
                    </a:p>
                  </a:txBody>
                  <a:tcPr marL="20488" marR="20488" marT="20488" marB="0">
                    <a:solidFill>
                      <a:srgbClr val="FFFF00"/>
                    </a:solidFill>
                  </a:tcPr>
                </a:tc>
                <a:tc>
                  <a:txBody>
                    <a:bodyPr/>
                    <a:lstStyle/>
                    <a:p>
                      <a:pPr algn="l" fontAlgn="t"/>
                      <a:r>
                        <a:rPr lang="en-US" sz="2000" u="none" strike="noStrike" dirty="0">
                          <a:effectLst/>
                        </a:rPr>
                        <a:t>0.595</a:t>
                      </a:r>
                      <a:endParaRPr lang="en-US" sz="2000" b="1" i="0" u="none" strike="noStrike" dirty="0">
                        <a:solidFill>
                          <a:srgbClr val="000000"/>
                        </a:solidFill>
                        <a:effectLst/>
                        <a:latin typeface="Open Sans" panose="020B0606030504020204" pitchFamily="34" charset="0"/>
                      </a:endParaRPr>
                    </a:p>
                  </a:txBody>
                  <a:tcPr marL="20488" marR="20488" marT="20488" marB="0">
                    <a:solidFill>
                      <a:srgbClr val="FFFF00"/>
                    </a:solidFill>
                  </a:tcPr>
                </a:tc>
                <a:tc>
                  <a:txBody>
                    <a:bodyPr/>
                    <a:lstStyle/>
                    <a:p>
                      <a:pPr algn="l" fontAlgn="t"/>
                      <a:r>
                        <a:rPr lang="en-US" sz="2000" u="none" strike="noStrike" dirty="0">
                          <a:effectLst/>
                        </a:rPr>
                        <a:t>-0.533</a:t>
                      </a:r>
                      <a:endParaRPr lang="en-US" sz="2000" b="1" i="0" u="none" strike="noStrike" dirty="0">
                        <a:solidFill>
                          <a:srgbClr val="000000"/>
                        </a:solidFill>
                        <a:effectLst/>
                        <a:latin typeface="Open Sans" panose="020B0606030504020204" pitchFamily="34" charset="0"/>
                      </a:endParaRPr>
                    </a:p>
                  </a:txBody>
                  <a:tcPr marL="20488" marR="20488" marT="20488" marB="0">
                    <a:solidFill>
                      <a:srgbClr val="FFFF00"/>
                    </a:solidFill>
                  </a:tcPr>
                </a:tc>
                <a:extLst>
                  <a:ext uri="{0D108BD9-81ED-4DB2-BD59-A6C34878D82A}">
                    <a16:rowId xmlns:a16="http://schemas.microsoft.com/office/drawing/2014/main" val="1729466633"/>
                  </a:ext>
                </a:extLst>
              </a:tr>
            </a:tbl>
          </a:graphicData>
        </a:graphic>
      </p:graphicFrame>
      <p:pic>
        <p:nvPicPr>
          <p:cNvPr id="10" name="Picture 9">
            <a:extLst>
              <a:ext uri="{FF2B5EF4-FFF2-40B4-BE49-F238E27FC236}">
                <a16:creationId xmlns:a16="http://schemas.microsoft.com/office/drawing/2014/main" id="{68B3652D-5D60-601D-1615-4BEB41C3A58E}"/>
              </a:ext>
            </a:extLst>
          </p:cNvPr>
          <p:cNvPicPr>
            <a:picLocks noChangeAspect="1"/>
          </p:cNvPicPr>
          <p:nvPr/>
        </p:nvPicPr>
        <p:blipFill>
          <a:blip r:embed="rId3"/>
          <a:stretch>
            <a:fillRect/>
          </a:stretch>
        </p:blipFill>
        <p:spPr>
          <a:xfrm>
            <a:off x="6096000" y="2267974"/>
            <a:ext cx="4931828" cy="3930904"/>
          </a:xfrm>
          <a:prstGeom prst="rect">
            <a:avLst/>
          </a:prstGeom>
        </p:spPr>
      </p:pic>
      <p:sp>
        <p:nvSpPr>
          <p:cNvPr id="12" name="Oval 11">
            <a:extLst>
              <a:ext uri="{FF2B5EF4-FFF2-40B4-BE49-F238E27FC236}">
                <a16:creationId xmlns:a16="http://schemas.microsoft.com/office/drawing/2014/main" id="{1E2CF198-DC30-7AF4-5251-694BCAEDBC5E}"/>
              </a:ext>
            </a:extLst>
          </p:cNvPr>
          <p:cNvSpPr/>
          <p:nvPr/>
        </p:nvSpPr>
        <p:spPr>
          <a:xfrm>
            <a:off x="2397211" y="2706130"/>
            <a:ext cx="1828800" cy="5560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3E11ECA-CE9E-2E1F-4F69-29E2BA3DBFCF}"/>
              </a:ext>
            </a:extLst>
          </p:cNvPr>
          <p:cNvCxnSpPr/>
          <p:nvPr/>
        </p:nvCxnSpPr>
        <p:spPr>
          <a:xfrm>
            <a:off x="4226011" y="2977978"/>
            <a:ext cx="4992130" cy="25702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21509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1AFD-6336-6BA4-791D-DA1A39CF50C9}"/>
              </a:ext>
            </a:extLst>
          </p:cNvPr>
          <p:cNvSpPr>
            <a:spLocks noGrp="1"/>
          </p:cNvSpPr>
          <p:nvPr>
            <p:ph type="title"/>
          </p:nvPr>
        </p:nvSpPr>
        <p:spPr/>
        <p:txBody>
          <a:bodyPr vert="horz" lIns="91440" tIns="45720" rIns="91440" bIns="45720" rtlCol="0" anchor="ctr">
            <a:normAutofit/>
          </a:bodyPr>
          <a:lstStyle/>
          <a:p>
            <a:r>
              <a:rPr lang="en-US" dirty="0">
                <a:solidFill>
                  <a:schemeClr val="tx1"/>
                </a:solidFill>
              </a:rPr>
              <a:t>Example</a:t>
            </a:r>
          </a:p>
        </p:txBody>
      </p:sp>
      <p:graphicFrame>
        <p:nvGraphicFramePr>
          <p:cNvPr id="5" name="Content Placeholder 4">
            <a:extLst>
              <a:ext uri="{FF2B5EF4-FFF2-40B4-BE49-F238E27FC236}">
                <a16:creationId xmlns:a16="http://schemas.microsoft.com/office/drawing/2014/main" id="{A7155530-911C-F3F2-DBD9-8EF8A0DA4F9C}"/>
              </a:ext>
            </a:extLst>
          </p:cNvPr>
          <p:cNvGraphicFramePr>
            <a:graphicFrameLocks noGrp="1"/>
          </p:cNvGraphicFramePr>
          <p:nvPr>
            <p:ph sz="half" idx="1"/>
            <p:extLst>
              <p:ext uri="{D42A27DB-BD31-4B8C-83A1-F6EECF244321}">
                <p14:modId xmlns:p14="http://schemas.microsoft.com/office/powerpoint/2010/main" val="2196731742"/>
              </p:ext>
            </p:extLst>
          </p:nvPr>
        </p:nvGraphicFramePr>
        <p:xfrm>
          <a:off x="628712" y="2130799"/>
          <a:ext cx="4931828" cy="4205255"/>
        </p:xfrm>
        <a:graphic>
          <a:graphicData uri="http://schemas.openxmlformats.org/drawingml/2006/table">
            <a:tbl>
              <a:tblPr firstRow="1" bandRow="1">
                <a:tableStyleId>{5C22544A-7EE6-4342-B048-85BDC9FD1C3A}</a:tableStyleId>
              </a:tblPr>
              <a:tblGrid>
                <a:gridCol w="1771967">
                  <a:extLst>
                    <a:ext uri="{9D8B030D-6E8A-4147-A177-3AD203B41FA5}">
                      <a16:colId xmlns:a16="http://schemas.microsoft.com/office/drawing/2014/main" val="3594886218"/>
                    </a:ext>
                  </a:extLst>
                </a:gridCol>
                <a:gridCol w="1083926">
                  <a:extLst>
                    <a:ext uri="{9D8B030D-6E8A-4147-A177-3AD203B41FA5}">
                      <a16:colId xmlns:a16="http://schemas.microsoft.com/office/drawing/2014/main" val="2639477066"/>
                    </a:ext>
                  </a:extLst>
                </a:gridCol>
                <a:gridCol w="1062681">
                  <a:extLst>
                    <a:ext uri="{9D8B030D-6E8A-4147-A177-3AD203B41FA5}">
                      <a16:colId xmlns:a16="http://schemas.microsoft.com/office/drawing/2014/main" val="3591472324"/>
                    </a:ext>
                  </a:extLst>
                </a:gridCol>
                <a:gridCol w="1013254">
                  <a:extLst>
                    <a:ext uri="{9D8B030D-6E8A-4147-A177-3AD203B41FA5}">
                      <a16:colId xmlns:a16="http://schemas.microsoft.com/office/drawing/2014/main" val="634873669"/>
                    </a:ext>
                  </a:extLst>
                </a:gridCol>
              </a:tblGrid>
              <a:tr h="325915">
                <a:tc gridSpan="4">
                  <a:txBody>
                    <a:bodyPr/>
                    <a:lstStyle/>
                    <a:p>
                      <a:pPr algn="l" fontAlgn="t"/>
                      <a:r>
                        <a:rPr lang="en-US" sz="2000" u="none" strike="noStrike" dirty="0">
                          <a:effectLst/>
                        </a:rPr>
                        <a:t>Factor</a:t>
                      </a:r>
                    </a:p>
                  </a:txBody>
                  <a:tcPr marL="20488" marR="20488" marT="20488" marB="0"/>
                </a:tc>
                <a:tc hMerge="1">
                  <a:txBody>
                    <a:bodyPr/>
                    <a:lstStyle/>
                    <a:p>
                      <a:endParaRPr lang="en-US"/>
                    </a:p>
                  </a:txBody>
                  <a:tcPr/>
                </a:tc>
                <a:tc hMerge="1">
                  <a:txBody>
                    <a:bodyPr/>
                    <a:lstStyle/>
                    <a:p>
                      <a:endParaRPr lang="en-US"/>
                    </a:p>
                  </a:txBody>
                  <a:tcPr/>
                </a:tc>
                <a:tc hMerge="1">
                  <a:txBody>
                    <a:bodyPr/>
                    <a:lstStyle/>
                    <a:p>
                      <a:pPr algn="l" fontAlgn="b"/>
                      <a:r>
                        <a:rPr lang="en-US" sz="2400" u="none" strike="noStrike" dirty="0">
                          <a:effectLst/>
                        </a:rPr>
                        <a:t> </a:t>
                      </a:r>
                      <a:endParaRPr lang="en-US" sz="2400" b="0" i="0" u="none" strike="noStrike" dirty="0">
                        <a:solidFill>
                          <a:srgbClr val="000000"/>
                        </a:solidFill>
                        <a:effectLst/>
                        <a:latin typeface="Calibri" panose="020F0502020204030204" pitchFamily="34" charset="0"/>
                      </a:endParaRPr>
                    </a:p>
                  </a:txBody>
                  <a:tcPr marL="20488" marR="20488" marT="20488" marB="0" anchor="b"/>
                </a:tc>
                <a:extLst>
                  <a:ext uri="{0D108BD9-81ED-4DB2-BD59-A6C34878D82A}">
                    <a16:rowId xmlns:a16="http://schemas.microsoft.com/office/drawing/2014/main" val="2371700437"/>
                  </a:ext>
                </a:extLst>
              </a:tr>
              <a:tr h="387934">
                <a:tc>
                  <a:txBody>
                    <a:bodyPr/>
                    <a:lstStyle/>
                    <a:p>
                      <a:pPr algn="l" fontAlgn="t"/>
                      <a:r>
                        <a:rPr lang="en-US" sz="2000" u="none" strike="noStrike" dirty="0">
                          <a:effectLst/>
                        </a:rPr>
                        <a:t>Variable</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ctr" fontAlgn="t"/>
                      <a:r>
                        <a:rPr lang="en-US" sz="2000" u="none" strike="noStrike" dirty="0">
                          <a:effectLst/>
                        </a:rPr>
                        <a:t>1</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ctr" fontAlgn="t"/>
                      <a:r>
                        <a:rPr lang="en-US" sz="2000" u="none" strike="noStrike" dirty="0">
                          <a:effectLst/>
                        </a:rPr>
                        <a:t>2</a:t>
                      </a:r>
                      <a:endParaRPr lang="en-US" sz="2000" b="1" i="0" u="none" strike="noStrike" dirty="0">
                        <a:solidFill>
                          <a:srgbClr val="000000"/>
                        </a:solidFill>
                        <a:effectLst/>
                        <a:latin typeface="Open Sans" panose="020B0606030504020204" pitchFamily="34" charset="0"/>
                      </a:endParaRPr>
                    </a:p>
                  </a:txBody>
                  <a:tcPr marL="20488" marR="20488" marT="20488" marB="0"/>
                </a:tc>
                <a:tc>
                  <a:txBody>
                    <a:bodyPr/>
                    <a:lstStyle/>
                    <a:p>
                      <a:pPr algn="ctr" fontAlgn="t"/>
                      <a:r>
                        <a:rPr lang="en-US" sz="2000" u="none" strike="noStrike" dirty="0">
                          <a:effectLst/>
                        </a:rPr>
                        <a:t>3</a:t>
                      </a:r>
                      <a:endParaRPr lang="en-US" sz="2000" b="1" i="0" u="none" strike="noStrike" dirty="0">
                        <a:solidFill>
                          <a:srgbClr val="000000"/>
                        </a:solidFill>
                        <a:effectLst/>
                        <a:latin typeface="Open Sans" panose="020B0606030504020204" pitchFamily="34" charset="0"/>
                      </a:endParaRPr>
                    </a:p>
                  </a:txBody>
                  <a:tcPr marL="20488" marR="20488" marT="20488" marB="0"/>
                </a:tc>
                <a:extLst>
                  <a:ext uri="{0D108BD9-81ED-4DB2-BD59-A6C34878D82A}">
                    <a16:rowId xmlns:a16="http://schemas.microsoft.com/office/drawing/2014/main" val="3417152127"/>
                  </a:ext>
                </a:extLst>
              </a:tr>
              <a:tr h="387934">
                <a:tc>
                  <a:txBody>
                    <a:bodyPr/>
                    <a:lstStyle/>
                    <a:p>
                      <a:pPr algn="l" fontAlgn="t"/>
                      <a:r>
                        <a:rPr lang="en-US" sz="1800" b="0" i="0" u="none" strike="noStrike">
                          <a:solidFill>
                            <a:srgbClr val="3B444F"/>
                          </a:solidFill>
                          <a:effectLst/>
                          <a:latin typeface="Open Sans" panose="020B0606030504020204" pitchFamily="34" charset="0"/>
                        </a:rPr>
                        <a:t>Climate</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0.021</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0.239</a:t>
                      </a:r>
                    </a:p>
                  </a:txBody>
                  <a:tcPr marL="9525" marR="9525" marT="9525" marB="0"/>
                </a:tc>
                <a:tc>
                  <a:txBody>
                    <a:bodyPr/>
                    <a:lstStyle/>
                    <a:p>
                      <a:pPr algn="l" fontAlgn="t"/>
                      <a:r>
                        <a:rPr lang="en-US" sz="1800" b="1" i="0" u="none" strike="noStrike">
                          <a:solidFill>
                            <a:srgbClr val="3B444F"/>
                          </a:solidFill>
                          <a:effectLst/>
                          <a:latin typeface="Open Sans" panose="020B0606030504020204" pitchFamily="34" charset="0"/>
                        </a:rPr>
                        <a:t>0.859</a:t>
                      </a:r>
                    </a:p>
                  </a:txBody>
                  <a:tcPr marL="9525" marR="9525" marT="9525" marB="0"/>
                </a:tc>
                <a:extLst>
                  <a:ext uri="{0D108BD9-81ED-4DB2-BD59-A6C34878D82A}">
                    <a16:rowId xmlns:a16="http://schemas.microsoft.com/office/drawing/2014/main" val="657762659"/>
                  </a:ext>
                </a:extLst>
              </a:tr>
              <a:tr h="387934">
                <a:tc>
                  <a:txBody>
                    <a:bodyPr/>
                    <a:lstStyle/>
                    <a:p>
                      <a:pPr algn="l" fontAlgn="t"/>
                      <a:r>
                        <a:rPr lang="en-US" sz="1800" b="0" i="0" u="none" strike="noStrike">
                          <a:solidFill>
                            <a:srgbClr val="3B444F"/>
                          </a:solidFill>
                          <a:effectLst/>
                          <a:latin typeface="Open Sans" panose="020B0606030504020204" pitchFamily="34" charset="0"/>
                        </a:rPr>
                        <a:t>Housing</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0.438</a:t>
                      </a:r>
                    </a:p>
                  </a:txBody>
                  <a:tcPr marL="9525" marR="9525" marT="9525" marB="0"/>
                </a:tc>
                <a:tc>
                  <a:txBody>
                    <a:bodyPr/>
                    <a:lstStyle/>
                    <a:p>
                      <a:pPr algn="l" fontAlgn="t"/>
                      <a:r>
                        <a:rPr lang="en-US" sz="1800" b="1" i="0" u="none" strike="noStrike">
                          <a:solidFill>
                            <a:srgbClr val="3B444F"/>
                          </a:solidFill>
                          <a:effectLst/>
                          <a:latin typeface="Open Sans" panose="020B0606030504020204" pitchFamily="34" charset="0"/>
                        </a:rPr>
                        <a:t>0.547</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0.166</a:t>
                      </a:r>
                    </a:p>
                  </a:txBody>
                  <a:tcPr marL="9525" marR="9525" marT="9525" marB="0"/>
                </a:tc>
                <a:extLst>
                  <a:ext uri="{0D108BD9-81ED-4DB2-BD59-A6C34878D82A}">
                    <a16:rowId xmlns:a16="http://schemas.microsoft.com/office/drawing/2014/main" val="619108501"/>
                  </a:ext>
                </a:extLst>
              </a:tr>
              <a:tr h="387934">
                <a:tc>
                  <a:txBody>
                    <a:bodyPr/>
                    <a:lstStyle/>
                    <a:p>
                      <a:pPr algn="l" fontAlgn="t"/>
                      <a:r>
                        <a:rPr lang="en-US" sz="1800" b="0" i="0" u="none" strike="noStrike">
                          <a:solidFill>
                            <a:srgbClr val="3B444F"/>
                          </a:solidFill>
                          <a:effectLst/>
                          <a:latin typeface="Open Sans" panose="020B0606030504020204" pitchFamily="34" charset="0"/>
                        </a:rPr>
                        <a:t>Health</a:t>
                      </a:r>
                    </a:p>
                  </a:txBody>
                  <a:tcPr marL="9525" marR="9525" marT="9525" marB="0"/>
                </a:tc>
                <a:tc>
                  <a:txBody>
                    <a:bodyPr/>
                    <a:lstStyle/>
                    <a:p>
                      <a:pPr algn="l" fontAlgn="t"/>
                      <a:r>
                        <a:rPr lang="en-US" sz="1800" b="1" i="0" u="none" strike="noStrike">
                          <a:solidFill>
                            <a:srgbClr val="3B444F"/>
                          </a:solidFill>
                          <a:effectLst/>
                          <a:latin typeface="Open Sans" panose="020B0606030504020204" pitchFamily="34" charset="0"/>
                        </a:rPr>
                        <a:t>0.829</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0.127</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0.137</a:t>
                      </a:r>
                    </a:p>
                  </a:txBody>
                  <a:tcPr marL="9525" marR="9525" marT="9525" marB="0"/>
                </a:tc>
                <a:extLst>
                  <a:ext uri="{0D108BD9-81ED-4DB2-BD59-A6C34878D82A}">
                    <a16:rowId xmlns:a16="http://schemas.microsoft.com/office/drawing/2014/main" val="3036940624"/>
                  </a:ext>
                </a:extLst>
              </a:tr>
              <a:tr h="387934">
                <a:tc>
                  <a:txBody>
                    <a:bodyPr/>
                    <a:lstStyle/>
                    <a:p>
                      <a:pPr algn="l" fontAlgn="t"/>
                      <a:r>
                        <a:rPr lang="en-US" sz="1800" b="0" i="0" u="none" strike="noStrike">
                          <a:solidFill>
                            <a:srgbClr val="3B444F"/>
                          </a:solidFill>
                          <a:effectLst/>
                          <a:latin typeface="Open Sans" panose="020B0606030504020204" pitchFamily="34" charset="0"/>
                        </a:rPr>
                        <a:t>Crime</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0.031</a:t>
                      </a:r>
                    </a:p>
                  </a:txBody>
                  <a:tcPr marL="9525" marR="9525" marT="9525" marB="0"/>
                </a:tc>
                <a:tc>
                  <a:txBody>
                    <a:bodyPr/>
                    <a:lstStyle/>
                    <a:p>
                      <a:pPr algn="l" fontAlgn="t"/>
                      <a:r>
                        <a:rPr lang="en-US" sz="1800" b="1" i="0" u="none" strike="noStrike">
                          <a:solidFill>
                            <a:srgbClr val="3B444F"/>
                          </a:solidFill>
                          <a:effectLst/>
                          <a:latin typeface="Open Sans" panose="020B0606030504020204" pitchFamily="34" charset="0"/>
                        </a:rPr>
                        <a:t>0.702</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0.139</a:t>
                      </a:r>
                    </a:p>
                  </a:txBody>
                  <a:tcPr marL="9525" marR="9525" marT="9525" marB="0"/>
                </a:tc>
                <a:extLst>
                  <a:ext uri="{0D108BD9-81ED-4DB2-BD59-A6C34878D82A}">
                    <a16:rowId xmlns:a16="http://schemas.microsoft.com/office/drawing/2014/main" val="513561368"/>
                  </a:ext>
                </a:extLst>
              </a:tr>
              <a:tr h="387934">
                <a:tc>
                  <a:txBody>
                    <a:bodyPr/>
                    <a:lstStyle/>
                    <a:p>
                      <a:pPr algn="l" fontAlgn="t"/>
                      <a:r>
                        <a:rPr lang="en-US" sz="1800" b="0" i="0" u="none" strike="noStrike">
                          <a:solidFill>
                            <a:srgbClr val="3B444F"/>
                          </a:solidFill>
                          <a:effectLst/>
                          <a:latin typeface="Open Sans" panose="020B0606030504020204" pitchFamily="34" charset="0"/>
                        </a:rPr>
                        <a:t>Transportation</a:t>
                      </a:r>
                    </a:p>
                  </a:txBody>
                  <a:tcPr marL="9525" marR="9525" marT="9525" marB="0"/>
                </a:tc>
                <a:tc>
                  <a:txBody>
                    <a:bodyPr/>
                    <a:lstStyle/>
                    <a:p>
                      <a:pPr algn="l" fontAlgn="t"/>
                      <a:r>
                        <a:rPr lang="en-US" sz="1800" b="1" i="0" u="none" strike="noStrike">
                          <a:solidFill>
                            <a:srgbClr val="3B444F"/>
                          </a:solidFill>
                          <a:effectLst/>
                          <a:latin typeface="Open Sans" panose="020B0606030504020204" pitchFamily="34" charset="0"/>
                        </a:rPr>
                        <a:t>0.652</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0.289</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-0.028</a:t>
                      </a:r>
                    </a:p>
                  </a:txBody>
                  <a:tcPr marL="9525" marR="9525" marT="9525" marB="0"/>
                </a:tc>
                <a:extLst>
                  <a:ext uri="{0D108BD9-81ED-4DB2-BD59-A6C34878D82A}">
                    <a16:rowId xmlns:a16="http://schemas.microsoft.com/office/drawing/2014/main" val="219385146"/>
                  </a:ext>
                </a:extLst>
              </a:tr>
              <a:tr h="387934">
                <a:tc>
                  <a:txBody>
                    <a:bodyPr/>
                    <a:lstStyle/>
                    <a:p>
                      <a:pPr algn="l" fontAlgn="t"/>
                      <a:r>
                        <a:rPr lang="en-US" sz="1800" b="0" i="0" u="none" strike="noStrike">
                          <a:solidFill>
                            <a:srgbClr val="3B444F"/>
                          </a:solidFill>
                          <a:effectLst/>
                          <a:latin typeface="Open Sans" panose="020B0606030504020204" pitchFamily="34" charset="0"/>
                        </a:rPr>
                        <a:t>Education</a:t>
                      </a:r>
                    </a:p>
                  </a:txBody>
                  <a:tcPr marL="9525" marR="9525" marT="9525" marB="0">
                    <a:solidFill>
                      <a:srgbClr val="FFFF00"/>
                    </a:solidFill>
                  </a:tcPr>
                </a:tc>
                <a:tc>
                  <a:txBody>
                    <a:bodyPr/>
                    <a:lstStyle/>
                    <a:p>
                      <a:pPr algn="l" fontAlgn="t"/>
                      <a:r>
                        <a:rPr lang="en-US" sz="1800" b="1" i="0" u="none" strike="noStrike">
                          <a:solidFill>
                            <a:srgbClr val="3B444F"/>
                          </a:solidFill>
                          <a:effectLst/>
                          <a:latin typeface="Open Sans" panose="020B0606030504020204" pitchFamily="34" charset="0"/>
                        </a:rPr>
                        <a:t>0.734</a:t>
                      </a:r>
                    </a:p>
                  </a:txBody>
                  <a:tcPr marL="9525" marR="9525" marT="9525" marB="0">
                    <a:solidFill>
                      <a:srgbClr val="FFFF00"/>
                    </a:solidFill>
                  </a:tcPr>
                </a:tc>
                <a:tc>
                  <a:txBody>
                    <a:bodyPr/>
                    <a:lstStyle/>
                    <a:p>
                      <a:pPr algn="l" fontAlgn="t"/>
                      <a:r>
                        <a:rPr lang="en-US" sz="1800" b="0" i="0" u="none" strike="noStrike">
                          <a:solidFill>
                            <a:srgbClr val="3B444F"/>
                          </a:solidFill>
                          <a:effectLst/>
                          <a:latin typeface="Open Sans" panose="020B0606030504020204" pitchFamily="34" charset="0"/>
                        </a:rPr>
                        <a:t>-0.094</a:t>
                      </a:r>
                    </a:p>
                  </a:txBody>
                  <a:tcPr marL="9525" marR="9525" marT="9525" marB="0">
                    <a:solidFill>
                      <a:srgbClr val="FFFF00"/>
                    </a:solidFill>
                  </a:tcPr>
                </a:tc>
                <a:tc>
                  <a:txBody>
                    <a:bodyPr/>
                    <a:lstStyle/>
                    <a:p>
                      <a:pPr algn="l" fontAlgn="t"/>
                      <a:r>
                        <a:rPr lang="en-US" sz="1800" b="0" i="0" u="none" strike="noStrike">
                          <a:solidFill>
                            <a:srgbClr val="3B444F"/>
                          </a:solidFill>
                          <a:effectLst/>
                          <a:latin typeface="Open Sans" panose="020B0606030504020204" pitchFamily="34" charset="0"/>
                        </a:rPr>
                        <a:t>-0.117</a:t>
                      </a:r>
                    </a:p>
                  </a:txBody>
                  <a:tcPr marL="9525" marR="9525" marT="9525" marB="0">
                    <a:solidFill>
                      <a:srgbClr val="FFFF00"/>
                    </a:solidFill>
                  </a:tcPr>
                </a:tc>
                <a:extLst>
                  <a:ext uri="{0D108BD9-81ED-4DB2-BD59-A6C34878D82A}">
                    <a16:rowId xmlns:a16="http://schemas.microsoft.com/office/drawing/2014/main" val="2375117449"/>
                  </a:ext>
                </a:extLst>
              </a:tr>
              <a:tr h="387934">
                <a:tc>
                  <a:txBody>
                    <a:bodyPr/>
                    <a:lstStyle/>
                    <a:p>
                      <a:pPr algn="l" fontAlgn="t"/>
                      <a:r>
                        <a:rPr lang="en-US" sz="1800" b="0" i="0" u="none" strike="noStrike">
                          <a:solidFill>
                            <a:srgbClr val="3B444F"/>
                          </a:solidFill>
                          <a:effectLst/>
                          <a:latin typeface="Open Sans" panose="020B0606030504020204" pitchFamily="34" charset="0"/>
                        </a:rPr>
                        <a:t>Arts</a:t>
                      </a:r>
                    </a:p>
                  </a:txBody>
                  <a:tcPr marL="9525" marR="9525" marT="9525" marB="0"/>
                </a:tc>
                <a:tc>
                  <a:txBody>
                    <a:bodyPr/>
                    <a:lstStyle/>
                    <a:p>
                      <a:pPr algn="l" fontAlgn="t"/>
                      <a:r>
                        <a:rPr lang="en-US" sz="1800" b="1" i="0" u="none" strike="noStrike">
                          <a:solidFill>
                            <a:srgbClr val="3B444F"/>
                          </a:solidFill>
                          <a:effectLst/>
                          <a:latin typeface="Open Sans" panose="020B0606030504020204" pitchFamily="34" charset="0"/>
                        </a:rPr>
                        <a:t>0.738</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0.432</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0.15</a:t>
                      </a:r>
                    </a:p>
                  </a:txBody>
                  <a:tcPr marL="9525" marR="9525" marT="9525" marB="0"/>
                </a:tc>
                <a:extLst>
                  <a:ext uri="{0D108BD9-81ED-4DB2-BD59-A6C34878D82A}">
                    <a16:rowId xmlns:a16="http://schemas.microsoft.com/office/drawing/2014/main" val="1297731234"/>
                  </a:ext>
                </a:extLst>
              </a:tr>
              <a:tr h="387934">
                <a:tc>
                  <a:txBody>
                    <a:bodyPr/>
                    <a:lstStyle/>
                    <a:p>
                      <a:pPr algn="l" fontAlgn="t"/>
                      <a:r>
                        <a:rPr lang="en-US" sz="1800" b="0" i="0" u="none" strike="noStrike">
                          <a:solidFill>
                            <a:srgbClr val="3B444F"/>
                          </a:solidFill>
                          <a:effectLst/>
                          <a:latin typeface="Open Sans" panose="020B0606030504020204" pitchFamily="34" charset="0"/>
                        </a:rPr>
                        <a:t>Recreation</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0.301</a:t>
                      </a:r>
                    </a:p>
                  </a:txBody>
                  <a:tcPr marL="9525" marR="9525" marT="9525" marB="0"/>
                </a:tc>
                <a:tc>
                  <a:txBody>
                    <a:bodyPr/>
                    <a:lstStyle/>
                    <a:p>
                      <a:pPr algn="l" fontAlgn="t"/>
                      <a:r>
                        <a:rPr lang="en-US" sz="1800" b="1" i="0" u="none" strike="noStrike">
                          <a:solidFill>
                            <a:srgbClr val="3B444F"/>
                          </a:solidFill>
                          <a:effectLst/>
                          <a:latin typeface="Open Sans" panose="020B0606030504020204" pitchFamily="34" charset="0"/>
                        </a:rPr>
                        <a:t>0.656</a:t>
                      </a:r>
                    </a:p>
                  </a:txBody>
                  <a:tcPr marL="9525" marR="9525" marT="9525" marB="0"/>
                </a:tc>
                <a:tc>
                  <a:txBody>
                    <a:bodyPr/>
                    <a:lstStyle/>
                    <a:p>
                      <a:pPr algn="l" fontAlgn="t"/>
                      <a:r>
                        <a:rPr lang="en-US" sz="1800" b="0" i="0" u="none" strike="noStrike">
                          <a:solidFill>
                            <a:srgbClr val="3B444F"/>
                          </a:solidFill>
                          <a:effectLst/>
                          <a:latin typeface="Open Sans" panose="020B0606030504020204" pitchFamily="34" charset="0"/>
                        </a:rPr>
                        <a:t>0.099</a:t>
                      </a:r>
                    </a:p>
                  </a:txBody>
                  <a:tcPr marL="9525" marR="9525" marT="9525" marB="0"/>
                </a:tc>
                <a:extLst>
                  <a:ext uri="{0D108BD9-81ED-4DB2-BD59-A6C34878D82A}">
                    <a16:rowId xmlns:a16="http://schemas.microsoft.com/office/drawing/2014/main" val="2655455474"/>
                  </a:ext>
                </a:extLst>
              </a:tr>
              <a:tr h="387934">
                <a:tc>
                  <a:txBody>
                    <a:bodyPr/>
                    <a:lstStyle/>
                    <a:p>
                      <a:pPr algn="l" fontAlgn="t"/>
                      <a:r>
                        <a:rPr lang="en-US" sz="1800" b="0" i="0" u="none" strike="noStrike">
                          <a:solidFill>
                            <a:srgbClr val="3B444F"/>
                          </a:solidFill>
                          <a:effectLst/>
                          <a:latin typeface="Open Sans" panose="020B0606030504020204" pitchFamily="34" charset="0"/>
                        </a:rPr>
                        <a:t>Economics</a:t>
                      </a:r>
                    </a:p>
                  </a:txBody>
                  <a:tcPr marL="9525" marR="9525" marT="9525" marB="0">
                    <a:solidFill>
                      <a:srgbClr val="FFFF00"/>
                    </a:solidFill>
                  </a:tcPr>
                </a:tc>
                <a:tc>
                  <a:txBody>
                    <a:bodyPr/>
                    <a:lstStyle/>
                    <a:p>
                      <a:pPr algn="l" fontAlgn="t"/>
                      <a:r>
                        <a:rPr lang="en-US" sz="1800" b="0" i="0" u="none" strike="noStrike">
                          <a:solidFill>
                            <a:srgbClr val="3B444F"/>
                          </a:solidFill>
                          <a:effectLst/>
                          <a:latin typeface="Open Sans" panose="020B0606030504020204" pitchFamily="34" charset="0"/>
                        </a:rPr>
                        <a:t>-0.022</a:t>
                      </a:r>
                    </a:p>
                  </a:txBody>
                  <a:tcPr marL="9525" marR="9525" marT="9525" marB="0">
                    <a:solidFill>
                      <a:srgbClr val="FFFF00"/>
                    </a:solidFill>
                  </a:tcPr>
                </a:tc>
                <a:tc>
                  <a:txBody>
                    <a:bodyPr/>
                    <a:lstStyle/>
                    <a:p>
                      <a:pPr algn="l" fontAlgn="t"/>
                      <a:r>
                        <a:rPr lang="en-US" sz="1800" b="1" i="0" u="none" strike="noStrike">
                          <a:solidFill>
                            <a:srgbClr val="3B444F"/>
                          </a:solidFill>
                          <a:effectLst/>
                          <a:latin typeface="Open Sans" panose="020B0606030504020204" pitchFamily="34" charset="0"/>
                        </a:rPr>
                        <a:t>0.651</a:t>
                      </a:r>
                    </a:p>
                  </a:txBody>
                  <a:tcPr marL="9525" marR="9525" marT="9525" marB="0">
                    <a:solidFill>
                      <a:srgbClr val="FFFF00"/>
                    </a:solidFill>
                  </a:tcPr>
                </a:tc>
                <a:tc>
                  <a:txBody>
                    <a:bodyPr/>
                    <a:lstStyle/>
                    <a:p>
                      <a:pPr algn="l" fontAlgn="t"/>
                      <a:r>
                        <a:rPr lang="en-US" sz="1800" b="0" i="0" u="none" strike="noStrike" dirty="0">
                          <a:solidFill>
                            <a:srgbClr val="3B444F"/>
                          </a:solidFill>
                          <a:effectLst/>
                          <a:latin typeface="Open Sans" panose="020B0606030504020204" pitchFamily="34" charset="0"/>
                        </a:rPr>
                        <a:t>-0.551</a:t>
                      </a:r>
                    </a:p>
                  </a:txBody>
                  <a:tcPr marL="9525" marR="9525" marT="9525" marB="0">
                    <a:solidFill>
                      <a:srgbClr val="FFFF00"/>
                    </a:solidFill>
                  </a:tcPr>
                </a:tc>
                <a:extLst>
                  <a:ext uri="{0D108BD9-81ED-4DB2-BD59-A6C34878D82A}">
                    <a16:rowId xmlns:a16="http://schemas.microsoft.com/office/drawing/2014/main" val="1729466633"/>
                  </a:ext>
                </a:extLst>
              </a:tr>
            </a:tbl>
          </a:graphicData>
        </a:graphic>
      </p:graphicFrame>
      <p:sp>
        <p:nvSpPr>
          <p:cNvPr id="12" name="Oval 11">
            <a:extLst>
              <a:ext uri="{FF2B5EF4-FFF2-40B4-BE49-F238E27FC236}">
                <a16:creationId xmlns:a16="http://schemas.microsoft.com/office/drawing/2014/main" id="{1E2CF198-DC30-7AF4-5251-694BCAEDBC5E}"/>
              </a:ext>
            </a:extLst>
          </p:cNvPr>
          <p:cNvSpPr/>
          <p:nvPr/>
        </p:nvSpPr>
        <p:spPr>
          <a:xfrm>
            <a:off x="2397211" y="2706130"/>
            <a:ext cx="1828800" cy="5560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3E11ECA-CE9E-2E1F-4F69-29E2BA3DBFCF}"/>
              </a:ext>
            </a:extLst>
          </p:cNvPr>
          <p:cNvCxnSpPr>
            <a:cxnSpLocks/>
          </p:cNvCxnSpPr>
          <p:nvPr/>
        </p:nvCxnSpPr>
        <p:spPr>
          <a:xfrm>
            <a:off x="4226011" y="2977978"/>
            <a:ext cx="4507215" cy="16928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 name="Content Placeholder 7">
            <a:extLst>
              <a:ext uri="{FF2B5EF4-FFF2-40B4-BE49-F238E27FC236}">
                <a16:creationId xmlns:a16="http://schemas.microsoft.com/office/drawing/2014/main" id="{ED9C95C2-4C4E-2BA4-9195-86651AC73F7B}"/>
              </a:ext>
            </a:extLst>
          </p:cNvPr>
          <p:cNvPicPr>
            <a:picLocks noGrp="1" noChangeAspect="1"/>
          </p:cNvPicPr>
          <p:nvPr>
            <p:ph sz="half" idx="2"/>
          </p:nvPr>
        </p:nvPicPr>
        <p:blipFill>
          <a:blip r:embed="rId3"/>
          <a:stretch>
            <a:fillRect/>
          </a:stretch>
        </p:blipFill>
        <p:spPr>
          <a:xfrm>
            <a:off x="5994510" y="2130799"/>
            <a:ext cx="5477432" cy="4365776"/>
          </a:xfrm>
          <a:prstGeom prst="rect">
            <a:avLst/>
          </a:prstGeom>
        </p:spPr>
      </p:pic>
    </p:spTree>
    <p:extLst>
      <p:ext uri="{BB962C8B-B14F-4D97-AF65-F5344CB8AC3E}">
        <p14:creationId xmlns:p14="http://schemas.microsoft.com/office/powerpoint/2010/main" val="3095899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428292-65AA-43FB-ACF0-B192CC4F4BE2}"/>
              </a:ext>
            </a:extLst>
          </p:cNvPr>
          <p:cNvPicPr>
            <a:picLocks noChangeAspect="1"/>
          </p:cNvPicPr>
          <p:nvPr/>
        </p:nvPicPr>
        <p:blipFill>
          <a:blip r:embed="rId3"/>
          <a:stretch>
            <a:fillRect/>
          </a:stretch>
        </p:blipFill>
        <p:spPr>
          <a:xfrm>
            <a:off x="147932" y="57367"/>
            <a:ext cx="4238625" cy="3248025"/>
          </a:xfrm>
          <a:prstGeom prst="rect">
            <a:avLst/>
          </a:prstGeom>
        </p:spPr>
      </p:pic>
      <p:pic>
        <p:nvPicPr>
          <p:cNvPr id="8" name="Picture 7">
            <a:extLst>
              <a:ext uri="{FF2B5EF4-FFF2-40B4-BE49-F238E27FC236}">
                <a16:creationId xmlns:a16="http://schemas.microsoft.com/office/drawing/2014/main" id="{43D50BBD-C409-4682-A736-38A3E88CC065}"/>
              </a:ext>
            </a:extLst>
          </p:cNvPr>
          <p:cNvPicPr>
            <a:picLocks noChangeAspect="1"/>
          </p:cNvPicPr>
          <p:nvPr/>
        </p:nvPicPr>
        <p:blipFill>
          <a:blip r:embed="rId4"/>
          <a:stretch>
            <a:fillRect/>
          </a:stretch>
        </p:blipFill>
        <p:spPr>
          <a:xfrm>
            <a:off x="362696" y="3524033"/>
            <a:ext cx="4238625" cy="3276600"/>
          </a:xfrm>
          <a:prstGeom prst="rect">
            <a:avLst/>
          </a:prstGeom>
        </p:spPr>
      </p:pic>
      <p:graphicFrame>
        <p:nvGraphicFramePr>
          <p:cNvPr id="9" name="Table 9">
            <a:extLst>
              <a:ext uri="{FF2B5EF4-FFF2-40B4-BE49-F238E27FC236}">
                <a16:creationId xmlns:a16="http://schemas.microsoft.com/office/drawing/2014/main" id="{B729DED5-0307-43CE-AAC3-8256F01CAA52}"/>
              </a:ext>
            </a:extLst>
          </p:cNvPr>
          <p:cNvGraphicFramePr>
            <a:graphicFrameLocks noGrp="1"/>
          </p:cNvGraphicFramePr>
          <p:nvPr>
            <p:extLst>
              <p:ext uri="{D42A27DB-BD31-4B8C-83A1-F6EECF244321}">
                <p14:modId xmlns:p14="http://schemas.microsoft.com/office/powerpoint/2010/main" val="4228286085"/>
              </p:ext>
            </p:extLst>
          </p:nvPr>
        </p:nvGraphicFramePr>
        <p:xfrm>
          <a:off x="5829195" y="2144309"/>
          <a:ext cx="6214873" cy="3230880"/>
        </p:xfrm>
        <a:graphic>
          <a:graphicData uri="http://schemas.openxmlformats.org/drawingml/2006/table">
            <a:tbl>
              <a:tblPr firstRow="1" bandRow="1">
                <a:tableStyleId>{5C22544A-7EE6-4342-B048-85BDC9FD1C3A}</a:tableStyleId>
              </a:tblPr>
              <a:tblGrid>
                <a:gridCol w="1634781">
                  <a:extLst>
                    <a:ext uri="{9D8B030D-6E8A-4147-A177-3AD203B41FA5}">
                      <a16:colId xmlns:a16="http://schemas.microsoft.com/office/drawing/2014/main" val="1296021084"/>
                    </a:ext>
                  </a:extLst>
                </a:gridCol>
                <a:gridCol w="1242976">
                  <a:extLst>
                    <a:ext uri="{9D8B030D-6E8A-4147-A177-3AD203B41FA5}">
                      <a16:colId xmlns:a16="http://schemas.microsoft.com/office/drawing/2014/main" val="47785296"/>
                    </a:ext>
                  </a:extLst>
                </a:gridCol>
                <a:gridCol w="1080847">
                  <a:extLst>
                    <a:ext uri="{9D8B030D-6E8A-4147-A177-3AD203B41FA5}">
                      <a16:colId xmlns:a16="http://schemas.microsoft.com/office/drawing/2014/main" val="2536237497"/>
                    </a:ext>
                  </a:extLst>
                </a:gridCol>
                <a:gridCol w="1026805">
                  <a:extLst>
                    <a:ext uri="{9D8B030D-6E8A-4147-A177-3AD203B41FA5}">
                      <a16:colId xmlns:a16="http://schemas.microsoft.com/office/drawing/2014/main" val="1294261176"/>
                    </a:ext>
                  </a:extLst>
                </a:gridCol>
                <a:gridCol w="1229464">
                  <a:extLst>
                    <a:ext uri="{9D8B030D-6E8A-4147-A177-3AD203B41FA5}">
                      <a16:colId xmlns:a16="http://schemas.microsoft.com/office/drawing/2014/main" val="3892161151"/>
                    </a:ext>
                  </a:extLst>
                </a:gridCol>
              </a:tblGrid>
              <a:tr h="0">
                <a:tc gridSpan="5">
                  <a:txBody>
                    <a:bodyPr/>
                    <a:lstStyle/>
                    <a:p>
                      <a:r>
                        <a:rPr lang="en-US" dirty="0"/>
                        <a:t>Comparison Between Rotated and Unrotated Factor Loadings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427641774"/>
                  </a:ext>
                </a:extLst>
              </a:tr>
              <a:tr h="370840">
                <a:tc>
                  <a:txBody>
                    <a:bodyPr/>
                    <a:lstStyle/>
                    <a:p>
                      <a:endParaRPr lang="en-US" dirty="0"/>
                    </a:p>
                  </a:txBody>
                  <a:tcPr/>
                </a:tc>
                <a:tc gridSpan="2">
                  <a:txBody>
                    <a:bodyPr/>
                    <a:lstStyle/>
                    <a:p>
                      <a:r>
                        <a:rPr lang="en-US" dirty="0"/>
                        <a:t>Unrotated Factor Loadings</a:t>
                      </a:r>
                    </a:p>
                  </a:txBody>
                  <a:tcPr/>
                </a:tc>
                <a:tc hMerge="1">
                  <a:txBody>
                    <a:bodyPr/>
                    <a:lstStyle/>
                    <a:p>
                      <a:endParaRPr lang="en-US" dirty="0"/>
                    </a:p>
                  </a:txBody>
                  <a:tcPr/>
                </a:tc>
                <a:tc gridSpan="2">
                  <a:txBody>
                    <a:bodyPr/>
                    <a:lstStyle/>
                    <a:p>
                      <a:r>
                        <a:rPr lang="en-US" dirty="0"/>
                        <a:t>Rotated Factor Loadings</a:t>
                      </a:r>
                    </a:p>
                  </a:txBody>
                  <a:tcPr/>
                </a:tc>
                <a:tc hMerge="1">
                  <a:txBody>
                    <a:bodyPr/>
                    <a:lstStyle/>
                    <a:p>
                      <a:endParaRPr lang="en-US" dirty="0"/>
                    </a:p>
                  </a:txBody>
                  <a:tcPr/>
                </a:tc>
                <a:extLst>
                  <a:ext uri="{0D108BD9-81ED-4DB2-BD59-A6C34878D82A}">
                    <a16:rowId xmlns:a16="http://schemas.microsoft.com/office/drawing/2014/main" val="1016111383"/>
                  </a:ext>
                </a:extLst>
              </a:tr>
              <a:tr h="370840">
                <a:tc>
                  <a:txBody>
                    <a:bodyPr/>
                    <a:lstStyle/>
                    <a:p>
                      <a:r>
                        <a:rPr lang="en-US" dirty="0"/>
                        <a:t>Variables</a:t>
                      </a:r>
                    </a:p>
                  </a:txBody>
                  <a:tcPr/>
                </a:tc>
                <a:tc>
                  <a:txBody>
                    <a:bodyPr/>
                    <a:lstStyle/>
                    <a:p>
                      <a:pPr algn="ctr"/>
                      <a:r>
                        <a:rPr lang="en-US" dirty="0"/>
                        <a:t>I</a:t>
                      </a:r>
                    </a:p>
                  </a:txBody>
                  <a:tcPr/>
                </a:tc>
                <a:tc>
                  <a:txBody>
                    <a:bodyPr/>
                    <a:lstStyle/>
                    <a:p>
                      <a:pPr algn="ctr"/>
                      <a:r>
                        <a:rPr lang="en-US" dirty="0"/>
                        <a:t>II</a:t>
                      </a:r>
                    </a:p>
                  </a:txBody>
                  <a:tcPr/>
                </a:tc>
                <a:tc>
                  <a:txBody>
                    <a:bodyPr/>
                    <a:lstStyle/>
                    <a:p>
                      <a:pPr algn="ctr"/>
                      <a:r>
                        <a:rPr lang="en-US" dirty="0"/>
                        <a:t>I</a:t>
                      </a:r>
                    </a:p>
                  </a:txBody>
                  <a:tcPr/>
                </a:tc>
                <a:tc>
                  <a:txBody>
                    <a:bodyPr/>
                    <a:lstStyle/>
                    <a:p>
                      <a:pPr algn="ctr"/>
                      <a:r>
                        <a:rPr lang="en-US" dirty="0"/>
                        <a:t>II</a:t>
                      </a:r>
                    </a:p>
                  </a:txBody>
                  <a:tcPr/>
                </a:tc>
                <a:extLst>
                  <a:ext uri="{0D108BD9-81ED-4DB2-BD59-A6C34878D82A}">
                    <a16:rowId xmlns:a16="http://schemas.microsoft.com/office/drawing/2014/main" val="703332982"/>
                  </a:ext>
                </a:extLst>
              </a:tr>
              <a:tr h="370840">
                <a:tc>
                  <a:txBody>
                    <a:bodyPr/>
                    <a:lstStyle/>
                    <a:p>
                      <a:r>
                        <a:rPr lang="en-US" dirty="0"/>
                        <a:t>V1</a:t>
                      </a:r>
                    </a:p>
                  </a:txBody>
                  <a:tcPr/>
                </a:tc>
                <a:tc>
                  <a:txBody>
                    <a:bodyPr/>
                    <a:lstStyle/>
                    <a:p>
                      <a:pPr algn="ctr"/>
                      <a:r>
                        <a:rPr lang="en-US" dirty="0"/>
                        <a:t>.50</a:t>
                      </a:r>
                    </a:p>
                  </a:txBody>
                  <a:tcPr/>
                </a:tc>
                <a:tc>
                  <a:txBody>
                    <a:bodyPr/>
                    <a:lstStyle/>
                    <a:p>
                      <a:pPr algn="ctr"/>
                      <a:r>
                        <a:rPr lang="en-US" dirty="0"/>
                        <a:t>.80</a:t>
                      </a:r>
                    </a:p>
                  </a:txBody>
                  <a:tcPr/>
                </a:tc>
                <a:tc>
                  <a:txBody>
                    <a:bodyPr/>
                    <a:lstStyle/>
                    <a:p>
                      <a:pPr algn="ctr"/>
                      <a:r>
                        <a:rPr lang="en-US" dirty="0"/>
                        <a:t>.03</a:t>
                      </a:r>
                    </a:p>
                  </a:txBody>
                  <a:tcPr/>
                </a:tc>
                <a:tc>
                  <a:txBody>
                    <a:bodyPr/>
                    <a:lstStyle/>
                    <a:p>
                      <a:pPr algn="ctr"/>
                      <a:r>
                        <a:rPr lang="en-US" dirty="0"/>
                        <a:t>.94</a:t>
                      </a:r>
                    </a:p>
                  </a:txBody>
                  <a:tcPr>
                    <a:solidFill>
                      <a:srgbClr val="FFFF00"/>
                    </a:solidFill>
                  </a:tcPr>
                </a:tc>
                <a:extLst>
                  <a:ext uri="{0D108BD9-81ED-4DB2-BD59-A6C34878D82A}">
                    <a16:rowId xmlns:a16="http://schemas.microsoft.com/office/drawing/2014/main" val="1483800537"/>
                  </a:ext>
                </a:extLst>
              </a:tr>
              <a:tr h="370840">
                <a:tc>
                  <a:txBody>
                    <a:bodyPr/>
                    <a:lstStyle/>
                    <a:p>
                      <a:r>
                        <a:rPr lang="en-US" dirty="0"/>
                        <a:t>V2</a:t>
                      </a:r>
                    </a:p>
                  </a:txBody>
                  <a:tcPr/>
                </a:tc>
                <a:tc>
                  <a:txBody>
                    <a:bodyPr/>
                    <a:lstStyle/>
                    <a:p>
                      <a:pPr algn="ctr"/>
                      <a:r>
                        <a:rPr lang="en-US" dirty="0"/>
                        <a:t>.60</a:t>
                      </a:r>
                    </a:p>
                  </a:txBody>
                  <a:tcPr/>
                </a:tc>
                <a:tc>
                  <a:txBody>
                    <a:bodyPr/>
                    <a:lstStyle/>
                    <a:p>
                      <a:pPr algn="ctr"/>
                      <a:r>
                        <a:rPr lang="en-US" dirty="0"/>
                        <a:t>.70</a:t>
                      </a:r>
                    </a:p>
                  </a:txBody>
                  <a:tcPr/>
                </a:tc>
                <a:tc>
                  <a:txBody>
                    <a:bodyPr/>
                    <a:lstStyle/>
                    <a:p>
                      <a:pPr algn="ctr"/>
                      <a:r>
                        <a:rPr lang="en-US" dirty="0"/>
                        <a:t>.16</a:t>
                      </a:r>
                    </a:p>
                  </a:txBody>
                  <a:tcPr/>
                </a:tc>
                <a:tc>
                  <a:txBody>
                    <a:bodyPr/>
                    <a:lstStyle/>
                    <a:p>
                      <a:pPr algn="ctr"/>
                      <a:r>
                        <a:rPr lang="en-US" dirty="0"/>
                        <a:t>.90</a:t>
                      </a:r>
                    </a:p>
                  </a:txBody>
                  <a:tcPr>
                    <a:solidFill>
                      <a:srgbClr val="FFFF00"/>
                    </a:solidFill>
                  </a:tcPr>
                </a:tc>
                <a:extLst>
                  <a:ext uri="{0D108BD9-81ED-4DB2-BD59-A6C34878D82A}">
                    <a16:rowId xmlns:a16="http://schemas.microsoft.com/office/drawing/2014/main" val="4045657116"/>
                  </a:ext>
                </a:extLst>
              </a:tr>
              <a:tr h="370840">
                <a:tc>
                  <a:txBody>
                    <a:bodyPr/>
                    <a:lstStyle/>
                    <a:p>
                      <a:r>
                        <a:rPr lang="en-US" dirty="0"/>
                        <a:t>V3</a:t>
                      </a:r>
                    </a:p>
                  </a:txBody>
                  <a:tcPr/>
                </a:tc>
                <a:tc>
                  <a:txBody>
                    <a:bodyPr/>
                    <a:lstStyle/>
                    <a:p>
                      <a:pPr algn="ctr"/>
                      <a:r>
                        <a:rPr lang="en-US" dirty="0"/>
                        <a:t>.90</a:t>
                      </a:r>
                    </a:p>
                  </a:txBody>
                  <a:tcPr/>
                </a:tc>
                <a:tc>
                  <a:txBody>
                    <a:bodyPr/>
                    <a:lstStyle/>
                    <a:p>
                      <a:pPr algn="ctr"/>
                      <a:r>
                        <a:rPr lang="en-US" dirty="0"/>
                        <a:t>-.25</a:t>
                      </a:r>
                    </a:p>
                  </a:txBody>
                  <a:tcPr/>
                </a:tc>
                <a:tc>
                  <a:txBody>
                    <a:bodyPr/>
                    <a:lstStyle/>
                    <a:p>
                      <a:pPr algn="ctr"/>
                      <a:r>
                        <a:rPr lang="en-US" dirty="0"/>
                        <a:t>.95</a:t>
                      </a:r>
                    </a:p>
                  </a:txBody>
                  <a:tcPr>
                    <a:solidFill>
                      <a:srgbClr val="FFFF00"/>
                    </a:solidFill>
                  </a:tcPr>
                </a:tc>
                <a:tc>
                  <a:txBody>
                    <a:bodyPr/>
                    <a:lstStyle/>
                    <a:p>
                      <a:pPr algn="ctr"/>
                      <a:r>
                        <a:rPr lang="en-US" dirty="0"/>
                        <a:t>.24</a:t>
                      </a:r>
                    </a:p>
                  </a:txBody>
                  <a:tcPr/>
                </a:tc>
                <a:extLst>
                  <a:ext uri="{0D108BD9-81ED-4DB2-BD59-A6C34878D82A}">
                    <a16:rowId xmlns:a16="http://schemas.microsoft.com/office/drawing/2014/main" val="869157129"/>
                  </a:ext>
                </a:extLst>
              </a:tr>
              <a:tr h="370840">
                <a:tc>
                  <a:txBody>
                    <a:bodyPr/>
                    <a:lstStyle/>
                    <a:p>
                      <a:r>
                        <a:rPr lang="en-US" dirty="0"/>
                        <a:t>V4</a:t>
                      </a:r>
                    </a:p>
                  </a:txBody>
                  <a:tcPr/>
                </a:tc>
                <a:tc>
                  <a:txBody>
                    <a:bodyPr/>
                    <a:lstStyle/>
                    <a:p>
                      <a:pPr algn="ctr"/>
                      <a:r>
                        <a:rPr lang="en-US" dirty="0"/>
                        <a:t>.80</a:t>
                      </a:r>
                    </a:p>
                  </a:txBody>
                  <a:tcPr/>
                </a:tc>
                <a:tc>
                  <a:txBody>
                    <a:bodyPr/>
                    <a:lstStyle/>
                    <a:p>
                      <a:pPr algn="ctr"/>
                      <a:r>
                        <a:rPr lang="en-US" dirty="0"/>
                        <a:t>-.30</a:t>
                      </a:r>
                    </a:p>
                  </a:txBody>
                  <a:tcPr/>
                </a:tc>
                <a:tc>
                  <a:txBody>
                    <a:bodyPr/>
                    <a:lstStyle/>
                    <a:p>
                      <a:pPr algn="ctr"/>
                      <a:r>
                        <a:rPr lang="en-US" dirty="0"/>
                        <a:t>.84</a:t>
                      </a:r>
                    </a:p>
                  </a:txBody>
                  <a:tcPr>
                    <a:solidFill>
                      <a:srgbClr val="FFFF00"/>
                    </a:solidFill>
                  </a:tcPr>
                </a:tc>
                <a:tc>
                  <a:txBody>
                    <a:bodyPr/>
                    <a:lstStyle/>
                    <a:p>
                      <a:pPr algn="ctr"/>
                      <a:r>
                        <a:rPr lang="en-US" dirty="0"/>
                        <a:t>.15</a:t>
                      </a:r>
                    </a:p>
                  </a:txBody>
                  <a:tcPr/>
                </a:tc>
                <a:extLst>
                  <a:ext uri="{0D108BD9-81ED-4DB2-BD59-A6C34878D82A}">
                    <a16:rowId xmlns:a16="http://schemas.microsoft.com/office/drawing/2014/main" val="1209589772"/>
                  </a:ext>
                </a:extLst>
              </a:tr>
              <a:tr h="370840">
                <a:tc>
                  <a:txBody>
                    <a:bodyPr/>
                    <a:lstStyle/>
                    <a:p>
                      <a:r>
                        <a:rPr lang="en-US" dirty="0"/>
                        <a:t>V5</a:t>
                      </a:r>
                    </a:p>
                  </a:txBody>
                  <a:tcPr/>
                </a:tc>
                <a:tc>
                  <a:txBody>
                    <a:bodyPr/>
                    <a:lstStyle/>
                    <a:p>
                      <a:pPr algn="ctr"/>
                      <a:r>
                        <a:rPr lang="en-US" dirty="0"/>
                        <a:t>.60</a:t>
                      </a:r>
                    </a:p>
                  </a:txBody>
                  <a:tcPr/>
                </a:tc>
                <a:tc>
                  <a:txBody>
                    <a:bodyPr/>
                    <a:lstStyle/>
                    <a:p>
                      <a:pPr algn="ctr"/>
                      <a:r>
                        <a:rPr lang="en-US" dirty="0"/>
                        <a:t>-.50</a:t>
                      </a:r>
                    </a:p>
                  </a:txBody>
                  <a:tcPr/>
                </a:tc>
                <a:tc>
                  <a:txBody>
                    <a:bodyPr/>
                    <a:lstStyle/>
                    <a:p>
                      <a:pPr algn="ctr"/>
                      <a:r>
                        <a:rPr lang="en-US" dirty="0"/>
                        <a:t>.76</a:t>
                      </a:r>
                    </a:p>
                  </a:txBody>
                  <a:tcPr>
                    <a:solidFill>
                      <a:srgbClr val="FFFF00"/>
                    </a:solidFill>
                  </a:tcPr>
                </a:tc>
                <a:tc>
                  <a:txBody>
                    <a:bodyPr/>
                    <a:lstStyle/>
                    <a:p>
                      <a:pPr algn="ctr"/>
                      <a:r>
                        <a:rPr lang="en-US" dirty="0"/>
                        <a:t>-.13</a:t>
                      </a:r>
                    </a:p>
                  </a:txBody>
                  <a:tcPr/>
                </a:tc>
                <a:extLst>
                  <a:ext uri="{0D108BD9-81ED-4DB2-BD59-A6C34878D82A}">
                    <a16:rowId xmlns:a16="http://schemas.microsoft.com/office/drawing/2014/main" val="3645937221"/>
                  </a:ext>
                </a:extLst>
              </a:tr>
            </a:tbl>
          </a:graphicData>
        </a:graphic>
      </p:graphicFrame>
      <p:sp>
        <p:nvSpPr>
          <p:cNvPr id="4" name="TextBox 3">
            <a:extLst>
              <a:ext uri="{FF2B5EF4-FFF2-40B4-BE49-F238E27FC236}">
                <a16:creationId xmlns:a16="http://schemas.microsoft.com/office/drawing/2014/main" id="{D38674A8-B426-4509-844B-D8CCB91F5D61}"/>
              </a:ext>
            </a:extLst>
          </p:cNvPr>
          <p:cNvSpPr txBox="1"/>
          <p:nvPr/>
        </p:nvSpPr>
        <p:spPr>
          <a:xfrm>
            <a:off x="3298309" y="1123268"/>
            <a:ext cx="245612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Orthogonal rotates 90</a:t>
            </a:r>
            <a:r>
              <a:rPr kumimoji="0" lang="en-US" sz="1800" b="1" i="0" u="none" strike="noStrike" kern="1200" cap="none" spc="0" normalizeH="0" baseline="30000" noProof="0" dirty="0">
                <a:ln>
                  <a:noFill/>
                </a:ln>
                <a:solidFill>
                  <a:prstClr val="black"/>
                </a:solidFill>
                <a:effectLst/>
                <a:uLnTx/>
                <a:uFillTx/>
                <a:latin typeface="Tw Cen MT" panose="020B0602020104020603"/>
                <a:ea typeface="+mn-ea"/>
                <a:cs typeface="+mn-cs"/>
              </a:rPr>
              <a:t>o</a:t>
            </a:r>
          </a:p>
        </p:txBody>
      </p:sp>
      <p:sp>
        <p:nvSpPr>
          <p:cNvPr id="10" name="TextBox 9">
            <a:extLst>
              <a:ext uri="{FF2B5EF4-FFF2-40B4-BE49-F238E27FC236}">
                <a16:creationId xmlns:a16="http://schemas.microsoft.com/office/drawing/2014/main" id="{73294A9A-D733-42FA-937B-6330FB31B69A}"/>
              </a:ext>
            </a:extLst>
          </p:cNvPr>
          <p:cNvSpPr txBox="1"/>
          <p:nvPr/>
        </p:nvSpPr>
        <p:spPr>
          <a:xfrm>
            <a:off x="3298310" y="4560072"/>
            <a:ext cx="245612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Oblique</a:t>
            </a:r>
            <a:endParaRPr kumimoji="0" lang="en-US" sz="1800" b="1" i="0" u="none" strike="noStrike" kern="1200" cap="none" spc="0" normalizeH="0" baseline="30000" noProof="0" dirty="0">
              <a:ln>
                <a:noFill/>
              </a:ln>
              <a:solidFill>
                <a:prstClr val="black"/>
              </a:solidFill>
              <a:effectLst/>
              <a:uLnTx/>
              <a:uFillTx/>
              <a:latin typeface="Tw Cen MT" panose="020B0602020104020603"/>
              <a:ea typeface="+mn-ea"/>
              <a:cs typeface="+mn-cs"/>
            </a:endParaRPr>
          </a:p>
        </p:txBody>
      </p:sp>
      <p:sp>
        <p:nvSpPr>
          <p:cNvPr id="5" name="TextBox 4">
            <a:extLst>
              <a:ext uri="{FF2B5EF4-FFF2-40B4-BE49-F238E27FC236}">
                <a16:creationId xmlns:a16="http://schemas.microsoft.com/office/drawing/2014/main" id="{5D267514-2F07-C536-8D19-7B250C83A895}"/>
              </a:ext>
            </a:extLst>
          </p:cNvPr>
          <p:cNvSpPr txBox="1"/>
          <p:nvPr/>
        </p:nvSpPr>
        <p:spPr>
          <a:xfrm>
            <a:off x="9790725" y="892436"/>
            <a:ext cx="215412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rPr>
              <a:t>This has the effect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w Cen MT" panose="020B0602020104020603"/>
                <a:ea typeface="+mn-ea"/>
                <a:cs typeface="+mn-cs"/>
              </a:rPr>
              <a:t>making the factor loading pattern much clearer</a:t>
            </a:r>
          </a:p>
        </p:txBody>
      </p:sp>
      <p:sp>
        <p:nvSpPr>
          <p:cNvPr id="3" name="Rectangle 2">
            <a:extLst>
              <a:ext uri="{FF2B5EF4-FFF2-40B4-BE49-F238E27FC236}">
                <a16:creationId xmlns:a16="http://schemas.microsoft.com/office/drawing/2014/main" id="{9FA188B4-5C39-610E-CC9E-296E31BDC8B2}"/>
              </a:ext>
            </a:extLst>
          </p:cNvPr>
          <p:cNvSpPr/>
          <p:nvPr/>
        </p:nvSpPr>
        <p:spPr>
          <a:xfrm>
            <a:off x="9790725" y="827903"/>
            <a:ext cx="2253343" cy="454728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BA56FC4-72B4-B346-76AB-A326BD116CE1}"/>
              </a:ext>
            </a:extLst>
          </p:cNvPr>
          <p:cNvCxnSpPr>
            <a:cxnSpLocks/>
          </p:cNvCxnSpPr>
          <p:nvPr/>
        </p:nvCxnSpPr>
        <p:spPr>
          <a:xfrm flipH="1" flipV="1">
            <a:off x="2891481" y="729049"/>
            <a:ext cx="3052119" cy="289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6890048-C619-BD2B-D9D7-1A82E2E8F580}"/>
              </a:ext>
            </a:extLst>
          </p:cNvPr>
          <p:cNvCxnSpPr>
            <a:cxnSpLocks/>
          </p:cNvCxnSpPr>
          <p:nvPr/>
        </p:nvCxnSpPr>
        <p:spPr>
          <a:xfrm flipH="1">
            <a:off x="2891481" y="3759749"/>
            <a:ext cx="7154562" cy="503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125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F9BA5-4E96-402B-B4D0-81D141014440}"/>
              </a:ext>
            </a:extLst>
          </p:cNvPr>
          <p:cNvSpPr>
            <a:spLocks noGrp="1"/>
          </p:cNvSpPr>
          <p:nvPr>
            <p:ph type="title"/>
          </p:nvPr>
        </p:nvSpPr>
        <p:spPr/>
        <p:txBody>
          <a:bodyPr/>
          <a:lstStyle/>
          <a:p>
            <a:r>
              <a:rPr lang="en-US" dirty="0"/>
              <a:t>Factor loadings</a:t>
            </a:r>
          </a:p>
        </p:txBody>
      </p:sp>
      <p:sp>
        <p:nvSpPr>
          <p:cNvPr id="3" name="Content Placeholder 2">
            <a:extLst>
              <a:ext uri="{FF2B5EF4-FFF2-40B4-BE49-F238E27FC236}">
                <a16:creationId xmlns:a16="http://schemas.microsoft.com/office/drawing/2014/main" id="{A46EAD34-5DE1-41F3-97AC-9446C480CD67}"/>
              </a:ext>
            </a:extLst>
          </p:cNvPr>
          <p:cNvSpPr>
            <a:spLocks noGrp="1"/>
          </p:cNvSpPr>
          <p:nvPr>
            <p:ph idx="1"/>
          </p:nvPr>
        </p:nvSpPr>
        <p:spPr/>
        <p:txBody>
          <a:bodyPr/>
          <a:lstStyle/>
          <a:p>
            <a:r>
              <a:rPr lang="en-US" dirty="0"/>
              <a:t>The factor loading provides information on the relative contribution that an individual variable makes to a factor</a:t>
            </a:r>
          </a:p>
          <a:p>
            <a:r>
              <a:rPr lang="en-US" dirty="0"/>
              <a:t>Should be &gt;=.3 preferably &gt;=.4, closer to 1 is better</a:t>
            </a:r>
          </a:p>
          <a:p>
            <a:r>
              <a:rPr lang="en-US" dirty="0"/>
              <a:t>The factor loading squared is the percentage of common variance of the factor that is accounted for by that variable</a:t>
            </a:r>
          </a:p>
          <a:p>
            <a:r>
              <a:rPr lang="en-US" dirty="0"/>
              <a:t>In a perfect world, a variable will have a large coordinate on one factor and low on all others – never happens</a:t>
            </a:r>
          </a:p>
          <a:p>
            <a:r>
              <a:rPr lang="en-US" dirty="0"/>
              <a:t>Negative factor loadings are possible (may want to recode)</a:t>
            </a:r>
          </a:p>
          <a:p>
            <a:r>
              <a:rPr lang="en-US" dirty="0"/>
              <a:t>Bipolar factors: factors defined by both positive and negative loadings</a:t>
            </a:r>
          </a:p>
        </p:txBody>
      </p:sp>
    </p:spTree>
    <p:extLst>
      <p:ext uri="{BB962C8B-B14F-4D97-AF65-F5344CB8AC3E}">
        <p14:creationId xmlns:p14="http://schemas.microsoft.com/office/powerpoint/2010/main" val="2074087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86601-D0F9-4637-AC01-498477807B02}"/>
              </a:ext>
            </a:extLst>
          </p:cNvPr>
          <p:cNvSpPr>
            <a:spLocks noGrp="1"/>
          </p:cNvSpPr>
          <p:nvPr>
            <p:ph type="title"/>
          </p:nvPr>
        </p:nvSpPr>
        <p:spPr/>
        <p:txBody>
          <a:bodyPr/>
          <a:lstStyle/>
          <a:p>
            <a:r>
              <a:rPr lang="en-US" dirty="0"/>
              <a:t>Judging the significance of the factors</a:t>
            </a:r>
          </a:p>
        </p:txBody>
      </p:sp>
      <p:sp>
        <p:nvSpPr>
          <p:cNvPr id="3" name="Content Placeholder 2">
            <a:extLst>
              <a:ext uri="{FF2B5EF4-FFF2-40B4-BE49-F238E27FC236}">
                <a16:creationId xmlns:a16="http://schemas.microsoft.com/office/drawing/2014/main" id="{B456C1F3-FBB6-4183-B108-97FE492264E4}"/>
              </a:ext>
            </a:extLst>
          </p:cNvPr>
          <p:cNvSpPr>
            <a:spLocks noGrp="1"/>
          </p:cNvSpPr>
          <p:nvPr>
            <p:ph idx="1"/>
          </p:nvPr>
        </p:nvSpPr>
        <p:spPr/>
        <p:txBody>
          <a:bodyPr/>
          <a:lstStyle/>
          <a:p>
            <a:r>
              <a:rPr lang="en-US" sz="2400" dirty="0"/>
              <a:t>Ensuring the practical significance</a:t>
            </a:r>
          </a:p>
          <a:p>
            <a:r>
              <a:rPr lang="en-US" sz="2400" dirty="0"/>
              <a:t>The larger the more important, using practical reasoning</a:t>
            </a:r>
          </a:p>
          <a:p>
            <a:pPr lvl="1"/>
            <a:r>
              <a:rPr lang="en-US" sz="2400" dirty="0"/>
              <a:t>+/- .30 to +/- .40 meet minimum level for interpreting factor structure</a:t>
            </a:r>
          </a:p>
          <a:p>
            <a:pPr lvl="1"/>
            <a:r>
              <a:rPr lang="en-US" sz="2400" dirty="0"/>
              <a:t>Loadings of .50 or higher are practically significant</a:t>
            </a:r>
          </a:p>
          <a:p>
            <a:pPr lvl="1"/>
            <a:r>
              <a:rPr lang="en-US" sz="2400" dirty="0"/>
              <a:t>Loadings &gt; .70 are indicative of well-defined structure</a:t>
            </a:r>
          </a:p>
        </p:txBody>
      </p:sp>
    </p:spTree>
    <p:extLst>
      <p:ext uri="{BB962C8B-B14F-4D97-AF65-F5344CB8AC3E}">
        <p14:creationId xmlns:p14="http://schemas.microsoft.com/office/powerpoint/2010/main" val="2975144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C5F3-057C-4A6B-B9DE-0DD3D59FF0A3}"/>
              </a:ext>
            </a:extLst>
          </p:cNvPr>
          <p:cNvSpPr>
            <a:spLocks noGrp="1"/>
          </p:cNvSpPr>
          <p:nvPr>
            <p:ph type="title"/>
          </p:nvPr>
        </p:nvSpPr>
        <p:spPr/>
        <p:txBody>
          <a:bodyPr/>
          <a:lstStyle/>
          <a:p>
            <a:r>
              <a:rPr lang="en-US" dirty="0"/>
              <a:t>Identify Significant loadings and assess communalities</a:t>
            </a:r>
          </a:p>
        </p:txBody>
      </p:sp>
      <p:sp>
        <p:nvSpPr>
          <p:cNvPr id="3" name="Content Placeholder 2">
            <a:extLst>
              <a:ext uri="{FF2B5EF4-FFF2-40B4-BE49-F238E27FC236}">
                <a16:creationId xmlns:a16="http://schemas.microsoft.com/office/drawing/2014/main" id="{86D2729C-7E6E-4929-9CA0-8A529737A7BA}"/>
              </a:ext>
            </a:extLst>
          </p:cNvPr>
          <p:cNvSpPr>
            <a:spLocks noGrp="1"/>
          </p:cNvSpPr>
          <p:nvPr>
            <p:ph idx="1"/>
          </p:nvPr>
        </p:nvSpPr>
        <p:spPr/>
        <p:txBody>
          <a:bodyPr/>
          <a:lstStyle/>
          <a:p>
            <a:r>
              <a:rPr lang="en-US" dirty="0"/>
              <a:t>Once the significance of loadings has been identified, look for any variables that are not adequately accounted for by the factor solution</a:t>
            </a:r>
          </a:p>
          <a:p>
            <a:r>
              <a:rPr lang="en-US" dirty="0"/>
              <a:t>We do this by looking at communalities </a:t>
            </a:r>
            <a:r>
              <a:rPr lang="en-US" dirty="0">
                <a:sym typeface="Wingdings" panose="05000000000000000000" pitchFamily="2" charset="2"/>
              </a:rPr>
              <a:t> variables with communalities less than .50 do not have sufficient explanation</a:t>
            </a:r>
          </a:p>
          <a:p>
            <a:r>
              <a:rPr lang="en-US" dirty="0">
                <a:sym typeface="Wingdings" panose="05000000000000000000" pitchFamily="2" charset="2"/>
              </a:rPr>
              <a:t>If low communalities are identified, remove the variable and repeat the analysis</a:t>
            </a:r>
          </a:p>
          <a:p>
            <a:r>
              <a:rPr lang="en-US" dirty="0">
                <a:sym typeface="Wingdings" panose="05000000000000000000" pitchFamily="2" charset="2"/>
              </a:rPr>
              <a:t>Then label the factors</a:t>
            </a:r>
            <a:endParaRPr lang="en-US" dirty="0"/>
          </a:p>
        </p:txBody>
      </p:sp>
    </p:spTree>
    <p:extLst>
      <p:ext uri="{BB962C8B-B14F-4D97-AF65-F5344CB8AC3E}">
        <p14:creationId xmlns:p14="http://schemas.microsoft.com/office/powerpoint/2010/main" val="2286042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D1FC7-6C88-4281-B8DC-7F561B933FE8}"/>
              </a:ext>
            </a:extLst>
          </p:cNvPr>
          <p:cNvSpPr>
            <a:spLocks noGrp="1"/>
          </p:cNvSpPr>
          <p:nvPr>
            <p:ph type="title"/>
          </p:nvPr>
        </p:nvSpPr>
        <p:spPr/>
        <p:txBody>
          <a:bodyPr/>
          <a:lstStyle/>
          <a:p>
            <a:r>
              <a:rPr lang="en-US" dirty="0"/>
              <a:t>Interpreting a factor Matrix</a:t>
            </a:r>
          </a:p>
        </p:txBody>
      </p:sp>
      <p:sp>
        <p:nvSpPr>
          <p:cNvPr id="3" name="Content Placeholder 2">
            <a:extLst>
              <a:ext uri="{FF2B5EF4-FFF2-40B4-BE49-F238E27FC236}">
                <a16:creationId xmlns:a16="http://schemas.microsoft.com/office/drawing/2014/main" id="{70331417-C088-4C9A-B4A2-799F6147B64E}"/>
              </a:ext>
            </a:extLst>
          </p:cNvPr>
          <p:cNvSpPr>
            <a:spLocks noGrp="1"/>
          </p:cNvSpPr>
          <p:nvPr>
            <p:ph idx="1"/>
          </p:nvPr>
        </p:nvSpPr>
        <p:spPr/>
        <p:txBody>
          <a:bodyPr/>
          <a:lstStyle/>
          <a:p>
            <a:r>
              <a:rPr lang="en-US" dirty="0"/>
              <a:t>Find distinctive variables for each factor and look for correspondence to the conceptual foundation</a:t>
            </a:r>
          </a:p>
          <a:p>
            <a:r>
              <a:rPr lang="en-US" dirty="0"/>
              <a:t>Note: if an oblique rotation has been used two matrices of factor loadings are provided</a:t>
            </a:r>
          </a:p>
          <a:p>
            <a:pPr lvl="1"/>
            <a:r>
              <a:rPr lang="en-US" dirty="0"/>
              <a:t>The </a:t>
            </a:r>
            <a:r>
              <a:rPr lang="en-US" b="1" dirty="0"/>
              <a:t>factor pattern matrix</a:t>
            </a:r>
            <a:r>
              <a:rPr lang="en-US" dirty="0"/>
              <a:t> contains loadings representing the unique contribution of each variable to the factor</a:t>
            </a:r>
          </a:p>
          <a:p>
            <a:pPr lvl="1"/>
            <a:r>
              <a:rPr lang="en-US" dirty="0"/>
              <a:t>The </a:t>
            </a:r>
            <a:r>
              <a:rPr lang="en-US" b="1" dirty="0"/>
              <a:t>factor structure matrix </a:t>
            </a:r>
            <a:r>
              <a:rPr lang="en-US" dirty="0"/>
              <a:t>contain loadings with both unique variance between variables and factors and the correlation among factors</a:t>
            </a:r>
          </a:p>
        </p:txBody>
      </p:sp>
    </p:spTree>
    <p:extLst>
      <p:ext uri="{BB962C8B-B14F-4D97-AF65-F5344CB8AC3E}">
        <p14:creationId xmlns:p14="http://schemas.microsoft.com/office/powerpoint/2010/main" val="4168118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423CB-E8AA-CA65-1368-4B0CE4726F3F}"/>
              </a:ext>
            </a:extLst>
          </p:cNvPr>
          <p:cNvSpPr>
            <a:spLocks noGrp="1"/>
          </p:cNvSpPr>
          <p:nvPr>
            <p:ph type="title"/>
          </p:nvPr>
        </p:nvSpPr>
        <p:spPr/>
        <p:txBody>
          <a:bodyPr/>
          <a:lstStyle/>
          <a:p>
            <a:r>
              <a:rPr lang="en-US" dirty="0"/>
              <a:t>Generating factor scores: A Composite Measure</a:t>
            </a:r>
          </a:p>
        </p:txBody>
      </p:sp>
      <p:sp>
        <p:nvSpPr>
          <p:cNvPr id="3" name="Content Placeholder 2">
            <a:extLst>
              <a:ext uri="{FF2B5EF4-FFF2-40B4-BE49-F238E27FC236}">
                <a16:creationId xmlns:a16="http://schemas.microsoft.com/office/drawing/2014/main" id="{5BD6B347-3046-08CA-05FE-55DC4F4416F4}"/>
              </a:ext>
            </a:extLst>
          </p:cNvPr>
          <p:cNvSpPr>
            <a:spLocks noGrp="1"/>
          </p:cNvSpPr>
          <p:nvPr>
            <p:ph idx="1"/>
          </p:nvPr>
        </p:nvSpPr>
        <p:spPr>
          <a:xfrm>
            <a:off x="1024128" y="2286000"/>
            <a:ext cx="6680539" cy="4023360"/>
          </a:xfrm>
        </p:spPr>
        <p:txBody>
          <a:bodyPr/>
          <a:lstStyle/>
          <a:p>
            <a:r>
              <a:rPr lang="en-US" dirty="0"/>
              <a:t>Sometimes you would like to use the factor scores as a predictor in another analysis</a:t>
            </a:r>
          </a:p>
          <a:p>
            <a:r>
              <a:rPr lang="en-US" dirty="0"/>
              <a:t>This can be done in SPSS</a:t>
            </a:r>
          </a:p>
          <a:p>
            <a:r>
              <a:rPr lang="en-US" dirty="0"/>
              <a:t>SPSS will append variables to your dataset for each factor</a:t>
            </a:r>
          </a:p>
          <a:p>
            <a:r>
              <a:rPr lang="en-US" dirty="0"/>
              <a:t>For oblique rotations, use regression method</a:t>
            </a:r>
          </a:p>
          <a:p>
            <a:r>
              <a:rPr lang="en-US" dirty="0"/>
              <a:t>This variable can be used in a different analysis</a:t>
            </a:r>
          </a:p>
          <a:p>
            <a:r>
              <a:rPr lang="en-US" dirty="0"/>
              <a:t>The scores are standardized, mean = 0, var = 1</a:t>
            </a:r>
          </a:p>
        </p:txBody>
      </p:sp>
      <p:pic>
        <p:nvPicPr>
          <p:cNvPr id="6" name="Picture 5">
            <a:extLst>
              <a:ext uri="{FF2B5EF4-FFF2-40B4-BE49-F238E27FC236}">
                <a16:creationId xmlns:a16="http://schemas.microsoft.com/office/drawing/2014/main" id="{A8BA0AC9-048A-FABC-AFF5-762D07332B2A}"/>
              </a:ext>
            </a:extLst>
          </p:cNvPr>
          <p:cNvPicPr>
            <a:picLocks noChangeAspect="1"/>
          </p:cNvPicPr>
          <p:nvPr/>
        </p:nvPicPr>
        <p:blipFill>
          <a:blip r:embed="rId2"/>
          <a:stretch>
            <a:fillRect/>
          </a:stretch>
        </p:blipFill>
        <p:spPr>
          <a:xfrm>
            <a:off x="7450666" y="2421466"/>
            <a:ext cx="4250267" cy="3140197"/>
          </a:xfrm>
          <a:prstGeom prst="rect">
            <a:avLst/>
          </a:prstGeom>
        </p:spPr>
      </p:pic>
    </p:spTree>
    <p:extLst>
      <p:ext uri="{BB962C8B-B14F-4D97-AF65-F5344CB8AC3E}">
        <p14:creationId xmlns:p14="http://schemas.microsoft.com/office/powerpoint/2010/main" val="945931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Considerations</a:t>
            </a:r>
          </a:p>
        </p:txBody>
      </p:sp>
      <p:sp>
        <p:nvSpPr>
          <p:cNvPr id="5" name="Content Placeholder 4"/>
          <p:cNvSpPr>
            <a:spLocks noGrp="1"/>
          </p:cNvSpPr>
          <p:nvPr>
            <p:ph idx="1"/>
          </p:nvPr>
        </p:nvSpPr>
        <p:spPr>
          <a:xfrm>
            <a:off x="707136" y="2133600"/>
            <a:ext cx="10797476" cy="4120896"/>
          </a:xfrm>
        </p:spPr>
        <p:txBody>
          <a:bodyPr>
            <a:normAutofit/>
          </a:bodyPr>
          <a:lstStyle/>
          <a:p>
            <a:r>
              <a:rPr lang="en-US" sz="2800" dirty="0"/>
              <a:t>Guidelines</a:t>
            </a:r>
          </a:p>
          <a:p>
            <a:pPr lvl="1"/>
            <a:r>
              <a:rPr lang="en-US" sz="2400" dirty="0"/>
              <a:t>high communalities (approximately .8 to .9)</a:t>
            </a:r>
          </a:p>
          <a:p>
            <a:pPr lvl="1"/>
            <a:r>
              <a:rPr lang="en-US" sz="2400" dirty="0"/>
              <a:t>low model error (which is likely evidenced in situations where communalities are high; RMSR = .00 to .06) (Preacher &amp; MacCallum, 2002)</a:t>
            </a:r>
          </a:p>
          <a:p>
            <a:pPr lvl="1"/>
            <a:r>
              <a:rPr lang="en-US" sz="2400" dirty="0"/>
              <a:t>factors with four or more variables with factor loadings of .60 or greater are interpretable regardless of the sample size </a:t>
            </a:r>
          </a:p>
          <a:p>
            <a:pPr lvl="1"/>
            <a:r>
              <a:rPr lang="en-US" sz="2400" dirty="0"/>
              <a:t>solutions with lower factor loadings (.40) can still be interpreted if the number of cases is at least 200 </a:t>
            </a:r>
            <a:r>
              <a:rPr lang="en-US" sz="2400" u="sng" dirty="0"/>
              <a:t>and</a:t>
            </a:r>
            <a:r>
              <a:rPr lang="en-US" sz="2400" dirty="0"/>
              <a:t> the number of variables per factor is larger (=&gt; 10) </a:t>
            </a:r>
          </a:p>
        </p:txBody>
      </p:sp>
    </p:spTree>
    <p:extLst>
      <p:ext uri="{BB962C8B-B14F-4D97-AF65-F5344CB8AC3E}">
        <p14:creationId xmlns:p14="http://schemas.microsoft.com/office/powerpoint/2010/main" val="2890217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A7C32-C639-4C67-AAC8-C400D3F42E88}"/>
              </a:ext>
            </a:extLst>
          </p:cNvPr>
          <p:cNvSpPr>
            <a:spLocks noGrp="1"/>
          </p:cNvSpPr>
          <p:nvPr>
            <p:ph type="title"/>
          </p:nvPr>
        </p:nvSpPr>
        <p:spPr>
          <a:xfrm>
            <a:off x="911833" y="456879"/>
            <a:ext cx="9720072" cy="919567"/>
          </a:xfrm>
        </p:spPr>
        <p:txBody>
          <a:bodyPr/>
          <a:lstStyle/>
          <a:p>
            <a:r>
              <a:rPr lang="en-US" dirty="0"/>
              <a:t>Assumptions</a:t>
            </a:r>
          </a:p>
        </p:txBody>
      </p:sp>
      <p:graphicFrame>
        <p:nvGraphicFramePr>
          <p:cNvPr id="4" name="Table 4">
            <a:extLst>
              <a:ext uri="{FF2B5EF4-FFF2-40B4-BE49-F238E27FC236}">
                <a16:creationId xmlns:a16="http://schemas.microsoft.com/office/drawing/2014/main" id="{CBC66FFF-853A-4694-BF10-40EC28D9C276}"/>
              </a:ext>
            </a:extLst>
          </p:cNvPr>
          <p:cNvGraphicFramePr>
            <a:graphicFrameLocks noGrp="1"/>
          </p:cNvGraphicFramePr>
          <p:nvPr>
            <p:ph idx="1"/>
            <p:extLst>
              <p:ext uri="{D42A27DB-BD31-4B8C-83A1-F6EECF244321}">
                <p14:modId xmlns:p14="http://schemas.microsoft.com/office/powerpoint/2010/main" val="2027389975"/>
              </p:ext>
            </p:extLst>
          </p:nvPr>
        </p:nvGraphicFramePr>
        <p:xfrm>
          <a:off x="582247" y="1504783"/>
          <a:ext cx="11176616" cy="5120640"/>
        </p:xfrm>
        <a:graphic>
          <a:graphicData uri="http://schemas.openxmlformats.org/drawingml/2006/table">
            <a:tbl>
              <a:tblPr firstRow="1" bandRow="1">
                <a:tableStyleId>{5C22544A-7EE6-4342-B048-85BDC9FD1C3A}</a:tableStyleId>
              </a:tblPr>
              <a:tblGrid>
                <a:gridCol w="5588308">
                  <a:extLst>
                    <a:ext uri="{9D8B030D-6E8A-4147-A177-3AD203B41FA5}">
                      <a16:colId xmlns:a16="http://schemas.microsoft.com/office/drawing/2014/main" val="293648824"/>
                    </a:ext>
                  </a:extLst>
                </a:gridCol>
                <a:gridCol w="5588308">
                  <a:extLst>
                    <a:ext uri="{9D8B030D-6E8A-4147-A177-3AD203B41FA5}">
                      <a16:colId xmlns:a16="http://schemas.microsoft.com/office/drawing/2014/main" val="3067812226"/>
                    </a:ext>
                  </a:extLst>
                </a:gridCol>
              </a:tblGrid>
              <a:tr h="370840">
                <a:tc>
                  <a:txBody>
                    <a:bodyPr/>
                    <a:lstStyle/>
                    <a:p>
                      <a:r>
                        <a:rPr lang="en-US" sz="2400" dirty="0"/>
                        <a:t>Assumption</a:t>
                      </a:r>
                    </a:p>
                  </a:txBody>
                  <a:tcPr/>
                </a:tc>
                <a:tc>
                  <a:txBody>
                    <a:bodyPr/>
                    <a:lstStyle/>
                    <a:p>
                      <a:r>
                        <a:rPr lang="en-US" sz="2400" dirty="0"/>
                        <a:t>Effect when violated</a:t>
                      </a:r>
                    </a:p>
                  </a:txBody>
                  <a:tcPr/>
                </a:tc>
                <a:extLst>
                  <a:ext uri="{0D108BD9-81ED-4DB2-BD59-A6C34878D82A}">
                    <a16:rowId xmlns:a16="http://schemas.microsoft.com/office/drawing/2014/main" val="2108456429"/>
                  </a:ext>
                </a:extLst>
              </a:tr>
              <a:tr h="370840">
                <a:tc>
                  <a:txBody>
                    <a:bodyPr/>
                    <a:lstStyle/>
                    <a:p>
                      <a:r>
                        <a:rPr lang="en-US" sz="2400" dirty="0"/>
                        <a:t>Independence</a:t>
                      </a:r>
                    </a:p>
                  </a:txBody>
                  <a:tcPr/>
                </a:tc>
                <a:tc>
                  <a:txBody>
                    <a:bodyPr/>
                    <a:lstStyle/>
                    <a:p>
                      <a:r>
                        <a:rPr lang="en-US" sz="2400" dirty="0"/>
                        <a:t>Influences standard errors and hypothesis tests</a:t>
                      </a:r>
                    </a:p>
                  </a:txBody>
                  <a:tcPr/>
                </a:tc>
                <a:extLst>
                  <a:ext uri="{0D108BD9-81ED-4DB2-BD59-A6C34878D82A}">
                    <a16:rowId xmlns:a16="http://schemas.microsoft.com/office/drawing/2014/main" val="2095878226"/>
                  </a:ext>
                </a:extLst>
              </a:tr>
              <a:tr h="370840">
                <a:tc>
                  <a:txBody>
                    <a:bodyPr/>
                    <a:lstStyle/>
                    <a:p>
                      <a:r>
                        <a:rPr lang="en-US" sz="2400" dirty="0"/>
                        <a:t>Linearity</a:t>
                      </a:r>
                    </a:p>
                  </a:txBody>
                  <a:tcPr/>
                </a:tc>
                <a:tc>
                  <a:txBody>
                    <a:bodyPr/>
                    <a:lstStyle/>
                    <a:p>
                      <a:r>
                        <a:rPr lang="en-US" sz="2400" dirty="0"/>
                        <a:t>Reduces interpretability of the FA solution</a:t>
                      </a:r>
                    </a:p>
                  </a:txBody>
                  <a:tcPr/>
                </a:tc>
                <a:extLst>
                  <a:ext uri="{0D108BD9-81ED-4DB2-BD59-A6C34878D82A}">
                    <a16:rowId xmlns:a16="http://schemas.microsoft.com/office/drawing/2014/main" val="1878196892"/>
                  </a:ext>
                </a:extLst>
              </a:tr>
              <a:tr h="370840">
                <a:tc>
                  <a:txBody>
                    <a:bodyPr/>
                    <a:lstStyle/>
                    <a:p>
                      <a:r>
                        <a:rPr lang="en-US" sz="2400" dirty="0"/>
                        <a:t>Absence of outlying cases and variables</a:t>
                      </a:r>
                    </a:p>
                  </a:txBody>
                  <a:tcPr/>
                </a:tc>
                <a:tc>
                  <a:txBody>
                    <a:bodyPr/>
                    <a:lstStyle/>
                    <a:p>
                      <a:r>
                        <a:rPr lang="en-US" sz="2400" dirty="0"/>
                        <a:t>Exerts undue influence on and distorts the FA solution</a:t>
                      </a:r>
                    </a:p>
                  </a:txBody>
                  <a:tcPr/>
                </a:tc>
                <a:extLst>
                  <a:ext uri="{0D108BD9-81ED-4DB2-BD59-A6C34878D82A}">
                    <a16:rowId xmlns:a16="http://schemas.microsoft.com/office/drawing/2014/main" val="1062057981"/>
                  </a:ext>
                </a:extLst>
              </a:tr>
              <a:tr h="370840">
                <a:tc>
                  <a:txBody>
                    <a:bodyPr/>
                    <a:lstStyle/>
                    <a:p>
                      <a:r>
                        <a:rPr lang="en-US" sz="2400" dirty="0"/>
                        <a:t>Lack of </a:t>
                      </a:r>
                      <a:r>
                        <a:rPr lang="en-US" sz="2400" i="1" dirty="0"/>
                        <a:t>extreme </a:t>
                      </a:r>
                      <a:r>
                        <a:rPr lang="en-US" sz="2400" i="0" dirty="0"/>
                        <a:t>multicollinearity</a:t>
                      </a:r>
                      <a:endParaRPr lang="en-US" sz="2400" dirty="0"/>
                    </a:p>
                  </a:txBody>
                  <a:tcPr/>
                </a:tc>
                <a:tc>
                  <a:txBody>
                    <a:bodyPr/>
                    <a:lstStyle/>
                    <a:p>
                      <a:r>
                        <a:rPr lang="en-US" sz="2400" dirty="0"/>
                        <a:t>Reduces ability to separate effects of variables</a:t>
                      </a:r>
                    </a:p>
                  </a:txBody>
                  <a:tcPr/>
                </a:tc>
                <a:extLst>
                  <a:ext uri="{0D108BD9-81ED-4DB2-BD59-A6C34878D82A}">
                    <a16:rowId xmlns:a16="http://schemas.microsoft.com/office/drawing/2014/main" val="1527486746"/>
                  </a:ext>
                </a:extLst>
              </a:tr>
              <a:tr h="370840">
                <a:tc>
                  <a:txBody>
                    <a:bodyPr/>
                    <a:lstStyle/>
                    <a:p>
                      <a:r>
                        <a:rPr lang="en-US" sz="2400" dirty="0"/>
                        <a:t>Multivariate normality</a:t>
                      </a:r>
                    </a:p>
                  </a:txBody>
                  <a:tcPr/>
                </a:tc>
                <a:tc>
                  <a:txBody>
                    <a:bodyPr/>
                    <a:lstStyle/>
                    <a:p>
                      <a:r>
                        <a:rPr lang="en-US" sz="2400" dirty="0"/>
                        <a:t>Minimal effect except when MLE is used and when samples size is small</a:t>
                      </a:r>
                    </a:p>
                  </a:txBody>
                  <a:tcPr/>
                </a:tc>
                <a:extLst>
                  <a:ext uri="{0D108BD9-81ED-4DB2-BD59-A6C34878D82A}">
                    <a16:rowId xmlns:a16="http://schemas.microsoft.com/office/drawing/2014/main" val="1131149958"/>
                  </a:ext>
                </a:extLst>
              </a:tr>
              <a:tr h="370840">
                <a:tc>
                  <a:txBody>
                    <a:bodyPr/>
                    <a:lstStyle/>
                    <a:p>
                      <a:r>
                        <a:rPr lang="en-US" sz="2400" dirty="0"/>
                        <a:t>10 observations per variable/n &gt;= 200</a:t>
                      </a:r>
                    </a:p>
                  </a:txBody>
                  <a:tcPr/>
                </a:tc>
                <a:tc>
                  <a:txBody>
                    <a:bodyPr/>
                    <a:lstStyle/>
                    <a:p>
                      <a:endParaRPr lang="en-US" sz="2400" dirty="0"/>
                    </a:p>
                  </a:txBody>
                  <a:tcPr/>
                </a:tc>
                <a:extLst>
                  <a:ext uri="{0D108BD9-81ED-4DB2-BD59-A6C34878D82A}">
                    <a16:rowId xmlns:a16="http://schemas.microsoft.com/office/drawing/2014/main" val="1079587542"/>
                  </a:ext>
                </a:extLst>
              </a:tr>
              <a:tr h="370840">
                <a:tc>
                  <a:txBody>
                    <a:bodyPr/>
                    <a:lstStyle/>
                    <a:p>
                      <a:r>
                        <a:rPr lang="en-US" sz="2400" dirty="0"/>
                        <a:t>Homogeneity of the sample**</a:t>
                      </a:r>
                    </a:p>
                  </a:txBody>
                  <a:tcPr/>
                </a:tc>
                <a:tc>
                  <a:txBody>
                    <a:bodyPr/>
                    <a:lstStyle/>
                    <a:p>
                      <a:r>
                        <a:rPr lang="en-US" sz="2400" dirty="0"/>
                        <a:t>Failure to consider groupings</a:t>
                      </a:r>
                    </a:p>
                  </a:txBody>
                  <a:tcPr/>
                </a:tc>
                <a:extLst>
                  <a:ext uri="{0D108BD9-81ED-4DB2-BD59-A6C34878D82A}">
                    <a16:rowId xmlns:a16="http://schemas.microsoft.com/office/drawing/2014/main" val="2551281344"/>
                  </a:ext>
                </a:extLst>
              </a:tr>
            </a:tbl>
          </a:graphicData>
        </a:graphic>
      </p:graphicFrame>
    </p:spTree>
    <p:extLst>
      <p:ext uri="{BB962C8B-B14F-4D97-AF65-F5344CB8AC3E}">
        <p14:creationId xmlns:p14="http://schemas.microsoft.com/office/powerpoint/2010/main" val="409804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AB2C6-D64B-9CE8-2B30-4D04BEE09054}"/>
              </a:ext>
            </a:extLst>
          </p:cNvPr>
          <p:cNvSpPr>
            <a:spLocks noGrp="1"/>
          </p:cNvSpPr>
          <p:nvPr>
            <p:ph type="title"/>
          </p:nvPr>
        </p:nvSpPr>
        <p:spPr/>
        <p:txBody>
          <a:bodyPr/>
          <a:lstStyle/>
          <a:p>
            <a:r>
              <a:rPr lang="en-US" dirty="0"/>
              <a:t>Factor Analysis in SPSS</a:t>
            </a:r>
          </a:p>
        </p:txBody>
      </p:sp>
      <p:sp>
        <p:nvSpPr>
          <p:cNvPr id="3" name="Content Placeholder 2">
            <a:extLst>
              <a:ext uri="{FF2B5EF4-FFF2-40B4-BE49-F238E27FC236}">
                <a16:creationId xmlns:a16="http://schemas.microsoft.com/office/drawing/2014/main" id="{818D6DC0-7598-C6D9-3455-4266F6FE8DF1}"/>
              </a:ext>
            </a:extLst>
          </p:cNvPr>
          <p:cNvSpPr>
            <a:spLocks noGrp="1"/>
          </p:cNvSpPr>
          <p:nvPr>
            <p:ph idx="1"/>
          </p:nvPr>
        </p:nvSpPr>
        <p:spPr/>
        <p:txBody>
          <a:bodyPr/>
          <a:lstStyle/>
          <a:p>
            <a:r>
              <a:rPr lang="en-US" dirty="0"/>
              <a:t>Factor analysis in spss.doc</a:t>
            </a:r>
          </a:p>
          <a:p>
            <a:r>
              <a:rPr lang="en-US" dirty="0"/>
              <a:t>We will use data from the </a:t>
            </a:r>
            <a:r>
              <a:rPr lang="en-US" b="1" dirty="0"/>
              <a:t>Program for the International Assessment of Adult Competencies</a:t>
            </a:r>
            <a:r>
              <a:rPr lang="en-US" dirty="0"/>
              <a:t> (PIAAC) located here </a:t>
            </a:r>
            <a:r>
              <a:rPr lang="en-US" dirty="0">
                <a:hlinkClick r:id="rId2"/>
              </a:rPr>
              <a:t>Data - PIAAC, the OECD's </a:t>
            </a:r>
            <a:r>
              <a:rPr lang="en-US" dirty="0" err="1">
                <a:hlinkClick r:id="rId2"/>
              </a:rPr>
              <a:t>programme</a:t>
            </a:r>
            <a:r>
              <a:rPr lang="en-US" dirty="0">
                <a:hlinkClick r:id="rId2"/>
              </a:rPr>
              <a:t> of assessment and analysis of adult skills</a:t>
            </a:r>
            <a:endParaRPr lang="en-US" dirty="0"/>
          </a:p>
          <a:p>
            <a:r>
              <a:rPr lang="en-US" dirty="0"/>
              <a:t>The </a:t>
            </a:r>
            <a:r>
              <a:rPr lang="en-US" dirty="0" err="1"/>
              <a:t>subsetted</a:t>
            </a:r>
            <a:r>
              <a:rPr lang="en-US" dirty="0"/>
              <a:t> </a:t>
            </a:r>
            <a:r>
              <a:rPr lang="en-US" dirty="0" err="1"/>
              <a:t>spss</a:t>
            </a:r>
            <a:r>
              <a:rPr lang="en-US" dirty="0"/>
              <a:t> file is called sub_prgusap1_2017.sav </a:t>
            </a:r>
          </a:p>
        </p:txBody>
      </p:sp>
      <p:sp>
        <p:nvSpPr>
          <p:cNvPr id="4" name="Footer Placeholder 3">
            <a:extLst>
              <a:ext uri="{FF2B5EF4-FFF2-40B4-BE49-F238E27FC236}">
                <a16:creationId xmlns:a16="http://schemas.microsoft.com/office/drawing/2014/main" id="{CD4BA929-FA8C-8240-1781-F0EAC262C4EC}"/>
              </a:ext>
            </a:extLst>
          </p:cNvPr>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spTree>
    <p:extLst>
      <p:ext uri="{BB962C8B-B14F-4D97-AF65-F5344CB8AC3E}">
        <p14:creationId xmlns:p14="http://schemas.microsoft.com/office/powerpoint/2010/main" val="28610811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2FA75-11E4-4B9C-9CC7-F3088C19615F}"/>
              </a:ext>
            </a:extLst>
          </p:cNvPr>
          <p:cNvSpPr>
            <a:spLocks noGrp="1"/>
          </p:cNvSpPr>
          <p:nvPr>
            <p:ph type="title"/>
          </p:nvPr>
        </p:nvSpPr>
        <p:spPr/>
        <p:txBody>
          <a:bodyPr/>
          <a:lstStyle/>
          <a:p>
            <a:r>
              <a:rPr lang="en-US" dirty="0"/>
              <a:t>Cross Cultural Invariance Testing</a:t>
            </a:r>
          </a:p>
        </p:txBody>
      </p:sp>
      <p:sp>
        <p:nvSpPr>
          <p:cNvPr id="3" name="Content Placeholder 2">
            <a:extLst>
              <a:ext uri="{FF2B5EF4-FFF2-40B4-BE49-F238E27FC236}">
                <a16:creationId xmlns:a16="http://schemas.microsoft.com/office/drawing/2014/main" id="{1792E748-540C-FF67-DDDE-70AAE1D001FD}"/>
              </a:ext>
            </a:extLst>
          </p:cNvPr>
          <p:cNvSpPr>
            <a:spLocks noGrp="1"/>
          </p:cNvSpPr>
          <p:nvPr>
            <p:ph idx="1"/>
          </p:nvPr>
        </p:nvSpPr>
        <p:spPr/>
        <p:txBody>
          <a:bodyPr>
            <a:normAutofit/>
          </a:bodyPr>
          <a:lstStyle/>
          <a:p>
            <a:r>
              <a:rPr lang="en-US" sz="2800" dirty="0"/>
              <a:t>Most questionnaires were developed in a Western context</a:t>
            </a:r>
          </a:p>
          <a:p>
            <a:pPr lvl="1"/>
            <a:r>
              <a:rPr lang="en-US" sz="2400" dirty="0"/>
              <a:t>But how do we know that the questionnaire measures the same thing across different groups? </a:t>
            </a:r>
          </a:p>
          <a:p>
            <a:pPr lvl="1"/>
            <a:r>
              <a:rPr lang="en-US" sz="2400" dirty="0"/>
              <a:t>Invariance across groups: does the test measure the latent variable in the same way across groups?</a:t>
            </a:r>
          </a:p>
        </p:txBody>
      </p:sp>
    </p:spTree>
    <p:extLst>
      <p:ext uri="{BB962C8B-B14F-4D97-AF65-F5344CB8AC3E}">
        <p14:creationId xmlns:p14="http://schemas.microsoft.com/office/powerpoint/2010/main" val="3082194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06CFBF-60C8-5A1B-DEB5-A48F45D5C3D6}"/>
              </a:ext>
            </a:extLst>
          </p:cNvPr>
          <p:cNvPicPr>
            <a:picLocks noChangeAspect="1"/>
          </p:cNvPicPr>
          <p:nvPr/>
        </p:nvPicPr>
        <p:blipFill>
          <a:blip r:embed="rId2"/>
          <a:stretch>
            <a:fillRect/>
          </a:stretch>
        </p:blipFill>
        <p:spPr>
          <a:xfrm>
            <a:off x="0" y="462005"/>
            <a:ext cx="8659603" cy="5933990"/>
          </a:xfrm>
          <a:prstGeom prst="rect">
            <a:avLst/>
          </a:prstGeom>
        </p:spPr>
      </p:pic>
      <p:sp>
        <p:nvSpPr>
          <p:cNvPr id="8" name="TextBox 7">
            <a:extLst>
              <a:ext uri="{FF2B5EF4-FFF2-40B4-BE49-F238E27FC236}">
                <a16:creationId xmlns:a16="http://schemas.microsoft.com/office/drawing/2014/main" id="{6C449104-F352-033B-925F-3E6272192291}"/>
              </a:ext>
            </a:extLst>
          </p:cNvPr>
          <p:cNvSpPr txBox="1"/>
          <p:nvPr/>
        </p:nvSpPr>
        <p:spPr>
          <a:xfrm>
            <a:off x="8659603" y="737642"/>
            <a:ext cx="2903621" cy="1815882"/>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Johnson, L. M., Devereux, P. G., &amp; Wagner, K. D. (2022). The group-based law enforcement mistrust scale: psychometric properties of an adapted scale and implications for public health and harm reduction research. </a:t>
            </a:r>
            <a:r>
              <a:rPr lang="en-US" sz="1400" b="0" i="1" dirty="0">
                <a:solidFill>
                  <a:srgbClr val="222222"/>
                </a:solidFill>
                <a:effectLst/>
                <a:latin typeface="Arial" panose="020B0604020202020204" pitchFamily="34" charset="0"/>
              </a:rPr>
              <a:t>Harm Reduction Journal</a:t>
            </a:r>
            <a:r>
              <a:rPr lang="en-US" sz="1400" b="0" i="0" dirty="0">
                <a:solidFill>
                  <a:srgbClr val="222222"/>
                </a:solidFill>
                <a:effectLst/>
                <a:latin typeface="Arial" panose="020B0604020202020204" pitchFamily="34" charset="0"/>
              </a:rPr>
              <a:t>, </a:t>
            </a:r>
            <a:r>
              <a:rPr lang="en-US" sz="1400" b="0" i="1" dirty="0">
                <a:solidFill>
                  <a:srgbClr val="222222"/>
                </a:solidFill>
                <a:effectLst/>
                <a:latin typeface="Arial" panose="020B0604020202020204" pitchFamily="34" charset="0"/>
              </a:rPr>
              <a:t>19</a:t>
            </a:r>
            <a:r>
              <a:rPr lang="en-US" sz="1400" b="0" i="0" dirty="0">
                <a:solidFill>
                  <a:srgbClr val="222222"/>
                </a:solidFill>
                <a:effectLst/>
                <a:latin typeface="Arial" panose="020B0604020202020204" pitchFamily="34" charset="0"/>
              </a:rPr>
              <a:t>(1), 1-13.</a:t>
            </a:r>
            <a:endParaRPr lang="en-US" sz="1400" dirty="0"/>
          </a:p>
        </p:txBody>
      </p:sp>
    </p:spTree>
    <p:extLst>
      <p:ext uri="{BB962C8B-B14F-4D97-AF65-F5344CB8AC3E}">
        <p14:creationId xmlns:p14="http://schemas.microsoft.com/office/powerpoint/2010/main" val="2012170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39D86B0-65A5-750D-61A5-E6206DEE4B4A}"/>
              </a:ext>
            </a:extLst>
          </p:cNvPr>
          <p:cNvPicPr>
            <a:picLocks noGrp="1" noChangeAspect="1"/>
          </p:cNvPicPr>
          <p:nvPr>
            <p:ph idx="1"/>
          </p:nvPr>
        </p:nvPicPr>
        <p:blipFill>
          <a:blip r:embed="rId2"/>
          <a:stretch>
            <a:fillRect/>
          </a:stretch>
        </p:blipFill>
        <p:spPr>
          <a:xfrm>
            <a:off x="292535" y="794084"/>
            <a:ext cx="11310613" cy="5542548"/>
          </a:xfrm>
        </p:spPr>
      </p:pic>
      <p:sp>
        <p:nvSpPr>
          <p:cNvPr id="7" name="TextBox 6">
            <a:extLst>
              <a:ext uri="{FF2B5EF4-FFF2-40B4-BE49-F238E27FC236}">
                <a16:creationId xmlns:a16="http://schemas.microsoft.com/office/drawing/2014/main" id="{92D5F085-3DC3-A34F-612C-F7E1C1B52178}"/>
              </a:ext>
            </a:extLst>
          </p:cNvPr>
          <p:cNvSpPr txBox="1"/>
          <p:nvPr/>
        </p:nvSpPr>
        <p:spPr>
          <a:xfrm>
            <a:off x="8538519" y="424752"/>
            <a:ext cx="1033873" cy="369332"/>
          </a:xfrm>
          <a:prstGeom prst="rect">
            <a:avLst/>
          </a:prstGeom>
          <a:noFill/>
        </p:spPr>
        <p:txBody>
          <a:bodyPr wrap="none" rtlCol="0">
            <a:spAutoFit/>
          </a:bodyPr>
          <a:lstStyle/>
          <a:p>
            <a:r>
              <a:rPr lang="en-US" b="1" dirty="0"/>
              <a:t>Disagree</a:t>
            </a:r>
          </a:p>
        </p:txBody>
      </p:sp>
      <p:sp>
        <p:nvSpPr>
          <p:cNvPr id="8" name="TextBox 7">
            <a:extLst>
              <a:ext uri="{FF2B5EF4-FFF2-40B4-BE49-F238E27FC236}">
                <a16:creationId xmlns:a16="http://schemas.microsoft.com/office/drawing/2014/main" id="{C72FD938-D79F-FEA9-5A5D-7A6DDB1C111F}"/>
              </a:ext>
            </a:extLst>
          </p:cNvPr>
          <p:cNvSpPr txBox="1"/>
          <p:nvPr/>
        </p:nvSpPr>
        <p:spPr>
          <a:xfrm>
            <a:off x="9551938" y="424752"/>
            <a:ext cx="890628" cy="369332"/>
          </a:xfrm>
          <a:prstGeom prst="rect">
            <a:avLst/>
          </a:prstGeom>
          <a:noFill/>
        </p:spPr>
        <p:txBody>
          <a:bodyPr wrap="none" rtlCol="0">
            <a:spAutoFit/>
          </a:bodyPr>
          <a:lstStyle/>
          <a:p>
            <a:r>
              <a:rPr lang="en-US" b="1" dirty="0"/>
              <a:t>Neutral</a:t>
            </a:r>
          </a:p>
        </p:txBody>
      </p:sp>
      <p:sp>
        <p:nvSpPr>
          <p:cNvPr id="9" name="TextBox 8">
            <a:extLst>
              <a:ext uri="{FF2B5EF4-FFF2-40B4-BE49-F238E27FC236}">
                <a16:creationId xmlns:a16="http://schemas.microsoft.com/office/drawing/2014/main" id="{7A7D432D-18DF-F1A1-DDDD-161C26E63B9E}"/>
              </a:ext>
            </a:extLst>
          </p:cNvPr>
          <p:cNvSpPr txBox="1"/>
          <p:nvPr/>
        </p:nvSpPr>
        <p:spPr>
          <a:xfrm>
            <a:off x="10422048" y="424752"/>
            <a:ext cx="758541" cy="369332"/>
          </a:xfrm>
          <a:prstGeom prst="rect">
            <a:avLst/>
          </a:prstGeom>
          <a:noFill/>
        </p:spPr>
        <p:txBody>
          <a:bodyPr wrap="none" rtlCol="0">
            <a:spAutoFit/>
          </a:bodyPr>
          <a:lstStyle/>
          <a:p>
            <a:r>
              <a:rPr lang="en-US" b="1" dirty="0"/>
              <a:t>Agree</a:t>
            </a:r>
          </a:p>
        </p:txBody>
      </p:sp>
    </p:spTree>
    <p:extLst>
      <p:ext uri="{BB962C8B-B14F-4D97-AF65-F5344CB8AC3E}">
        <p14:creationId xmlns:p14="http://schemas.microsoft.com/office/powerpoint/2010/main" val="3627951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2CA061-CA05-76C9-04D0-A6C2C8E1A2B4}"/>
              </a:ext>
            </a:extLst>
          </p:cNvPr>
          <p:cNvPicPr>
            <a:picLocks noChangeAspect="1"/>
          </p:cNvPicPr>
          <p:nvPr/>
        </p:nvPicPr>
        <p:blipFill>
          <a:blip r:embed="rId2"/>
          <a:stretch>
            <a:fillRect/>
          </a:stretch>
        </p:blipFill>
        <p:spPr>
          <a:xfrm>
            <a:off x="495300" y="242887"/>
            <a:ext cx="11201400" cy="6372225"/>
          </a:xfrm>
          <a:prstGeom prst="rect">
            <a:avLst/>
          </a:prstGeom>
        </p:spPr>
      </p:pic>
    </p:spTree>
    <p:extLst>
      <p:ext uri="{BB962C8B-B14F-4D97-AF65-F5344CB8AC3E}">
        <p14:creationId xmlns:p14="http://schemas.microsoft.com/office/powerpoint/2010/main" val="459373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B4F1-D70E-90EB-EFF3-DC67A16F45C6}"/>
              </a:ext>
            </a:extLst>
          </p:cNvPr>
          <p:cNvSpPr>
            <a:spLocks noGrp="1"/>
          </p:cNvSpPr>
          <p:nvPr>
            <p:ph type="title"/>
          </p:nvPr>
        </p:nvSpPr>
        <p:spPr/>
        <p:txBody>
          <a:bodyPr/>
          <a:lstStyle/>
          <a:p>
            <a:r>
              <a:rPr lang="en-US" dirty="0"/>
              <a:t>In class assignment</a:t>
            </a:r>
          </a:p>
        </p:txBody>
      </p:sp>
      <p:sp>
        <p:nvSpPr>
          <p:cNvPr id="3" name="Content Placeholder 2">
            <a:extLst>
              <a:ext uri="{FF2B5EF4-FFF2-40B4-BE49-F238E27FC236}">
                <a16:creationId xmlns:a16="http://schemas.microsoft.com/office/drawing/2014/main" id="{1B9A7899-1373-5AFD-2FC8-398F5E1CB3B1}"/>
              </a:ext>
            </a:extLst>
          </p:cNvPr>
          <p:cNvSpPr>
            <a:spLocks noGrp="1"/>
          </p:cNvSpPr>
          <p:nvPr>
            <p:ph idx="1"/>
          </p:nvPr>
        </p:nvSpPr>
        <p:spPr/>
        <p:txBody>
          <a:bodyPr/>
          <a:lstStyle/>
          <a:p>
            <a:r>
              <a:rPr lang="en-US" dirty="0"/>
              <a:t>In class assignment.doc</a:t>
            </a:r>
          </a:p>
          <a:p>
            <a:r>
              <a:rPr lang="en-US" dirty="0"/>
              <a:t>We are going to explore the racial identity scale using data from </a:t>
            </a:r>
            <a:r>
              <a:rPr lang="en-US" b="1" dirty="0">
                <a:effectLst/>
                <a:latin typeface="Calibri" panose="020F0502020204030204" pitchFamily="34" charset="0"/>
                <a:ea typeface="Calibri" panose="020F0502020204030204" pitchFamily="34" charset="0"/>
                <a:cs typeface="Times New Roman" panose="02020603050405020304" pitchFamily="18" charset="0"/>
              </a:rPr>
              <a:t>Generations: A Study of the Life and Health of LGB People in a Changing Society, United States, 2016-2019 (ICPSR 37166) </a:t>
            </a:r>
            <a:endParaRPr lang="en-US" b="1" dirty="0"/>
          </a:p>
          <a:p>
            <a:r>
              <a:rPr lang="en-US" dirty="0"/>
              <a:t>The file is ‘life and health of </a:t>
            </a:r>
            <a:r>
              <a:rPr lang="en-US" dirty="0" err="1"/>
              <a:t>lgbt</a:t>
            </a:r>
            <a:r>
              <a:rPr lang="en-US" dirty="0"/>
              <a:t> people </a:t>
            </a:r>
            <a:r>
              <a:rPr lang="en-US" dirty="0" err="1"/>
              <a:t>study.sav</a:t>
            </a:r>
            <a:r>
              <a:rPr lang="en-US" dirty="0"/>
              <a:t>’</a:t>
            </a:r>
          </a:p>
        </p:txBody>
      </p:sp>
    </p:spTree>
    <p:extLst>
      <p:ext uri="{BB962C8B-B14F-4D97-AF65-F5344CB8AC3E}">
        <p14:creationId xmlns:p14="http://schemas.microsoft.com/office/powerpoint/2010/main" val="3076973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F0B7D76-34ED-53AC-0B49-7B3364333829}"/>
              </a:ext>
            </a:extLst>
          </p:cNvPr>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pic>
        <p:nvPicPr>
          <p:cNvPr id="6" name="Picture 5">
            <a:extLst>
              <a:ext uri="{FF2B5EF4-FFF2-40B4-BE49-F238E27FC236}">
                <a16:creationId xmlns:a16="http://schemas.microsoft.com/office/drawing/2014/main" id="{79421555-CE1F-D29F-1B9E-C92E04EFB9F9}"/>
              </a:ext>
            </a:extLst>
          </p:cNvPr>
          <p:cNvPicPr>
            <a:picLocks noChangeAspect="1"/>
          </p:cNvPicPr>
          <p:nvPr/>
        </p:nvPicPr>
        <p:blipFill>
          <a:blip r:embed="rId2"/>
          <a:stretch>
            <a:fillRect/>
          </a:stretch>
        </p:blipFill>
        <p:spPr>
          <a:xfrm>
            <a:off x="495300" y="1634313"/>
            <a:ext cx="5124450" cy="4371975"/>
          </a:xfrm>
          <a:prstGeom prst="rect">
            <a:avLst/>
          </a:prstGeom>
        </p:spPr>
      </p:pic>
      <p:pic>
        <p:nvPicPr>
          <p:cNvPr id="8" name="Picture 7">
            <a:extLst>
              <a:ext uri="{FF2B5EF4-FFF2-40B4-BE49-F238E27FC236}">
                <a16:creationId xmlns:a16="http://schemas.microsoft.com/office/drawing/2014/main" id="{7962F2B6-5AA6-1A82-BA4C-E41529C3EA22}"/>
              </a:ext>
            </a:extLst>
          </p:cNvPr>
          <p:cNvPicPr>
            <a:picLocks noChangeAspect="1"/>
          </p:cNvPicPr>
          <p:nvPr/>
        </p:nvPicPr>
        <p:blipFill>
          <a:blip r:embed="rId3"/>
          <a:stretch>
            <a:fillRect/>
          </a:stretch>
        </p:blipFill>
        <p:spPr>
          <a:xfrm>
            <a:off x="6096000" y="1590197"/>
            <a:ext cx="5124450" cy="4371975"/>
          </a:xfrm>
          <a:prstGeom prst="rect">
            <a:avLst/>
          </a:prstGeom>
        </p:spPr>
      </p:pic>
    </p:spTree>
    <p:extLst>
      <p:ext uri="{BB962C8B-B14F-4D97-AF65-F5344CB8AC3E}">
        <p14:creationId xmlns:p14="http://schemas.microsoft.com/office/powerpoint/2010/main" val="945886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0B4FD9A-37E0-A251-E0D7-0E653C3CF633}"/>
              </a:ext>
            </a:extLst>
          </p:cNvPr>
          <p:cNvPicPr>
            <a:picLocks noGrp="1" noChangeAspect="1"/>
          </p:cNvPicPr>
          <p:nvPr>
            <p:ph idx="1"/>
          </p:nvPr>
        </p:nvPicPr>
        <p:blipFill>
          <a:blip r:embed="rId2"/>
          <a:stretch>
            <a:fillRect/>
          </a:stretch>
        </p:blipFill>
        <p:spPr>
          <a:xfrm>
            <a:off x="3898233" y="333794"/>
            <a:ext cx="3208420" cy="6403746"/>
          </a:xfrm>
        </p:spPr>
      </p:pic>
    </p:spTree>
    <p:extLst>
      <p:ext uri="{BB962C8B-B14F-4D97-AF65-F5344CB8AC3E}">
        <p14:creationId xmlns:p14="http://schemas.microsoft.com/office/powerpoint/2010/main" val="2005556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DCF2E0-A407-E80A-78F2-140CF5D16C9B}"/>
              </a:ext>
            </a:extLst>
          </p:cNvPr>
          <p:cNvPicPr>
            <a:picLocks noChangeAspect="1"/>
          </p:cNvPicPr>
          <p:nvPr/>
        </p:nvPicPr>
        <p:blipFill>
          <a:blip r:embed="rId2"/>
          <a:stretch>
            <a:fillRect/>
          </a:stretch>
        </p:blipFill>
        <p:spPr>
          <a:xfrm>
            <a:off x="2523109" y="393031"/>
            <a:ext cx="7108078" cy="2109858"/>
          </a:xfrm>
          <a:prstGeom prst="rect">
            <a:avLst/>
          </a:prstGeom>
        </p:spPr>
      </p:pic>
      <p:pic>
        <p:nvPicPr>
          <p:cNvPr id="8" name="Picture 7">
            <a:extLst>
              <a:ext uri="{FF2B5EF4-FFF2-40B4-BE49-F238E27FC236}">
                <a16:creationId xmlns:a16="http://schemas.microsoft.com/office/drawing/2014/main" id="{CDE2622D-F4EE-E4F6-0CB8-C9CE2FEBE0FC}"/>
              </a:ext>
            </a:extLst>
          </p:cNvPr>
          <p:cNvPicPr>
            <a:picLocks noChangeAspect="1"/>
          </p:cNvPicPr>
          <p:nvPr/>
        </p:nvPicPr>
        <p:blipFill>
          <a:blip r:embed="rId3"/>
          <a:stretch>
            <a:fillRect/>
          </a:stretch>
        </p:blipFill>
        <p:spPr>
          <a:xfrm>
            <a:off x="2560812" y="2855776"/>
            <a:ext cx="7070375" cy="3609193"/>
          </a:xfrm>
          <a:prstGeom prst="rect">
            <a:avLst/>
          </a:prstGeom>
        </p:spPr>
      </p:pic>
    </p:spTree>
    <p:extLst>
      <p:ext uri="{BB962C8B-B14F-4D97-AF65-F5344CB8AC3E}">
        <p14:creationId xmlns:p14="http://schemas.microsoft.com/office/powerpoint/2010/main" val="53850364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TotalTime>
  <Words>3745</Words>
  <Application>Microsoft Office PowerPoint</Application>
  <PresentationFormat>Widescreen</PresentationFormat>
  <Paragraphs>550</Paragraphs>
  <Slides>44</Slides>
  <Notes>12</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44</vt:i4>
      </vt:variant>
    </vt:vector>
  </HeadingPairs>
  <TitlesOfParts>
    <vt:vector size="59" baseType="lpstr">
      <vt:lpstr>Arial</vt:lpstr>
      <vt:lpstr>Calibri</vt:lpstr>
      <vt:lpstr>Calibri Light</vt:lpstr>
      <vt:lpstr>Cambria Math</vt:lpstr>
      <vt:lpstr>MuseoSans</vt:lpstr>
      <vt:lpstr>Open Sans</vt:lpstr>
      <vt:lpstr>open-sans</vt:lpstr>
      <vt:lpstr>ProximaNova</vt:lpstr>
      <vt:lpstr>Roboto</vt:lpstr>
      <vt:lpstr>Times New Roman</vt:lpstr>
      <vt:lpstr>Tw Cen MT</vt:lpstr>
      <vt:lpstr>Tw Cen MT Condensed</vt:lpstr>
      <vt:lpstr>Wingdings 3</vt:lpstr>
      <vt:lpstr>Office Theme</vt:lpstr>
      <vt:lpstr>Integral</vt:lpstr>
      <vt:lpstr>Factor Analysis</vt:lpstr>
      <vt:lpstr>What is factor analysis: Definitions</vt:lpstr>
      <vt:lpstr>What is factor analysis: Definitions</vt:lpstr>
      <vt:lpstr>Statistical Model</vt:lpstr>
      <vt:lpstr>Research Questions</vt:lpstr>
      <vt:lpstr>EFA Steps with Factor Extraction</vt:lpstr>
      <vt:lpstr>Example: STATISTICS ANXIETY</vt:lpstr>
      <vt:lpstr>Correlations (what factor(s) might Cause the relationships?)</vt:lpstr>
      <vt:lpstr>Factor Structure</vt:lpstr>
      <vt:lpstr>Is factor analysis appropriate?</vt:lpstr>
      <vt:lpstr>Initial factorability assessment (Summary)</vt:lpstr>
      <vt:lpstr>Extracting a set of factors from the correlation matrix</vt:lpstr>
      <vt:lpstr>Extracting a set of factors from the correlation matrix</vt:lpstr>
      <vt:lpstr>Important concepts</vt:lpstr>
      <vt:lpstr>Partitioning the variance in factor analysis</vt:lpstr>
      <vt:lpstr>Example</vt:lpstr>
      <vt:lpstr>Extracting a set of factors from the correlation matrix</vt:lpstr>
      <vt:lpstr>Exploratory Factor Analysis Specification Conditions &amp; Decisions</vt:lpstr>
      <vt:lpstr>Full Set of Criteria for number of factors</vt:lpstr>
      <vt:lpstr>Kaiser’s rule (eigenvalues greater than one)</vt:lpstr>
      <vt:lpstr>Scree plot</vt:lpstr>
      <vt:lpstr>Parallel Analysis**</vt:lpstr>
      <vt:lpstr>Interpreting the factors</vt:lpstr>
      <vt:lpstr>Factor Rotation</vt:lpstr>
      <vt:lpstr>Rotation (Cont’D)</vt:lpstr>
      <vt:lpstr>Example</vt:lpstr>
      <vt:lpstr>Example</vt:lpstr>
      <vt:lpstr>PowerPoint Presentation</vt:lpstr>
      <vt:lpstr>Factor loadings</vt:lpstr>
      <vt:lpstr>Judging the significance of the factors</vt:lpstr>
      <vt:lpstr>Identify Significant loadings and assess communalities</vt:lpstr>
      <vt:lpstr>Interpreting a factor Matrix</vt:lpstr>
      <vt:lpstr>Generating factor scores: A Composite Measure</vt:lpstr>
      <vt:lpstr>Considerations</vt:lpstr>
      <vt:lpstr>Assumptions</vt:lpstr>
      <vt:lpstr>Factor Analysis in SPSS</vt:lpstr>
      <vt:lpstr>Cross Cultural Invariance Testing</vt:lpstr>
      <vt:lpstr>PowerPoint Presentation</vt:lpstr>
      <vt:lpstr>PowerPoint Presentation</vt:lpstr>
      <vt:lpstr>PowerPoint Presentation</vt:lpstr>
      <vt:lpstr>In class assignment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Barboza-Salerno, Gia</dc:creator>
  <cp:lastModifiedBy>Barboza-Salerno, Gia</cp:lastModifiedBy>
  <cp:revision>1</cp:revision>
  <dcterms:created xsi:type="dcterms:W3CDTF">2023-04-11T15:09:01Z</dcterms:created>
  <dcterms:modified xsi:type="dcterms:W3CDTF">2023-04-13T12:29:58Z</dcterms:modified>
</cp:coreProperties>
</file>